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Default Extension="fntdata" ContentType="application/x-fontdata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0" embedTrueTypeFonts="1">
  <p:sldMasterIdLst>
    <p:sldMasterId id="2147483774" r:id="rId4"/>
  </p:sldMasterIdLst>
  <p:notesMasterIdLst>
    <p:notesMasterId r:id="rId8"/>
  </p:notesMasterIdLst>
  <p:handoutMasterIdLst>
    <p:handoutMasterId r:id="rId9"/>
  </p:handoutMasterIdLst>
  <p:sldIdLst>
    <p:sldId id="2147473070" r:id="rId5"/>
    <p:sldId id="2147473071" r:id="rId6"/>
    <p:sldId id="2147473069" r:id="rId7"/>
  </p:sldIdLst>
  <p:sldSz cx="12198350" cy="6858000"/>
  <p:notesSz cx="6735763" cy="9866313"/>
  <p:embeddedFontLst>
    <p:embeddedFont>
      <p:font typeface="Inter"/>
      <p:regular r:id="rId101"/>
      <p:bold r:id="rId102"/>
      <p:italic r:id="rId103"/>
      <p:boldItalic r:id="rId104"/>
    </p:embeddedFont>
    <p:embeddedFont>
      <p:font typeface="Inter Black"/>
      <p:regular r:id="rId105"/>
      <p:italic r:id="rId106"/>
    </p:embeddedFont>
  </p:embeddedFontLst>
  <p:custDataLst>
    <p:tags r:id="rId1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D9B78AB0-21A3-41F4-87C1-7D9D2F3FCD17}">
          <p14:sldIdLst>
            <p14:sldId id="2147473070"/>
            <p14:sldId id="2147473071"/>
            <p14:sldId id="2147473069"/>
          </p14:sldIdLst>
        </p14:section>
        <p14:section name="Back-up" id="{BAEE26FF-13B2-4FEE-AC05-1E94135E7C18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278" userDrawn="1">
          <p15:clr>
            <a:srgbClr val="A4A3A4"/>
          </p15:clr>
        </p15:guide>
        <p15:guide id="8" orient="horz" pos="1956" userDrawn="1">
          <p15:clr>
            <a:srgbClr val="A4A3A4"/>
          </p15:clr>
        </p15:guide>
        <p15:guide id="9" orient="horz" pos="164" userDrawn="1">
          <p15:clr>
            <a:srgbClr val="A4A3A4"/>
          </p15:clr>
        </p15:guide>
        <p15:guide id="10" pos="381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or" initials="M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B050"/>
    <a:srgbClr val="E3000F"/>
    <a:srgbClr val="009FDF"/>
    <a:srgbClr val="E7F0F7"/>
    <a:srgbClr val="EEB500"/>
    <a:srgbClr val="FFF2B9"/>
    <a:srgbClr val="6D6D6D"/>
    <a:srgbClr val="ABCBE3"/>
    <a:srgbClr val="007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2" y="57"/>
      </p:cViewPr>
      <p:guideLst>
        <p:guide orient="horz" pos="278"/>
        <p:guide orient="horz" pos="1956"/>
        <p:guide orient="horz" pos="164"/>
        <p:guide pos="381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Relationship Id="rId101" Type="http://schemas.openxmlformats.org/officeDocument/2006/relationships/font" Target="fonts/font1.fntdata"/><Relationship Id="rId102" Type="http://schemas.openxmlformats.org/officeDocument/2006/relationships/font" Target="fonts/font2.fntdata"/><Relationship Id="rId103" Type="http://schemas.openxmlformats.org/officeDocument/2006/relationships/font" Target="fonts/font3.fntdata"/><Relationship Id="rId104" Type="http://schemas.openxmlformats.org/officeDocument/2006/relationships/font" Target="fonts/font4.fntdata"/><Relationship Id="rId105" Type="http://schemas.openxmlformats.org/officeDocument/2006/relationships/font" Target="fonts/font5.fntdata"/><Relationship Id="rId106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 Gredel" userId="344df25f-1fa5-402e-9bce-505dc0e547d7" providerId="ADAL" clId="{2BD8B6C2-4629-4E71-B45D-CF2CF7BA3E55}"/>
    <pc:docChg chg="undo custSel modSld">
      <pc:chgData name="Christoph Gredel" userId="344df25f-1fa5-402e-9bce-505dc0e547d7" providerId="ADAL" clId="{2BD8B6C2-4629-4E71-B45D-CF2CF7BA3E55}" dt="2026-06-30T19:58:07.887" v="12" actId="5793"/>
      <pc:docMkLst>
        <pc:docMk/>
      </pc:docMkLst>
      <pc:sldChg chg="modSp mod">
        <pc:chgData name="Christoph Gredel" userId="344df25f-1fa5-402e-9bce-505dc0e547d7" providerId="ADAL" clId="{2BD8B6C2-4629-4E71-B45D-CF2CF7BA3E55}" dt="2026-06-30T19:57:58.421" v="8" actId="20577"/>
        <pc:sldMkLst>
          <pc:docMk/>
          <pc:sldMk cId="1887121800" sldId="2147473070"/>
        </pc:sldMkLst>
        <pc:spChg chg="mod">
          <ac:chgData name="Christoph Gredel" userId="344df25f-1fa5-402e-9bce-505dc0e547d7" providerId="ADAL" clId="{2BD8B6C2-4629-4E71-B45D-CF2CF7BA3E55}" dt="2026-06-30T19:57:58.421" v="8" actId="20577"/>
          <ac:spMkLst>
            <pc:docMk/>
            <pc:sldMk cId="1887121800" sldId="2147473070"/>
            <ac:spMk id="6" creationId="{3D47979E-FEA2-1F5A-D9B5-FB95EB6F0B34}"/>
          </ac:spMkLst>
        </pc:spChg>
      </pc:sldChg>
      <pc:sldChg chg="modSp mod">
        <pc:chgData name="Christoph Gredel" userId="344df25f-1fa5-402e-9bce-505dc0e547d7" providerId="ADAL" clId="{2BD8B6C2-4629-4E71-B45D-CF2CF7BA3E55}" dt="2026-06-30T19:58:07.887" v="12" actId="5793"/>
        <pc:sldMkLst>
          <pc:docMk/>
          <pc:sldMk cId="3613119164" sldId="2147473071"/>
        </pc:sldMkLst>
        <pc:spChg chg="mod">
          <ac:chgData name="Christoph Gredel" userId="344df25f-1fa5-402e-9bce-505dc0e547d7" providerId="ADAL" clId="{2BD8B6C2-4629-4E71-B45D-CF2CF7BA3E55}" dt="2026-06-30T19:57:57.815" v="7" actId="20577"/>
          <ac:spMkLst>
            <pc:docMk/>
            <pc:sldMk cId="3613119164" sldId="2147473071"/>
            <ac:spMk id="6" creationId="{0A2DD966-6E53-2541-FC77-5124F8083443}"/>
          </ac:spMkLst>
        </pc:spChg>
        <pc:spChg chg="mod">
          <ac:chgData name="Christoph Gredel" userId="344df25f-1fa5-402e-9bce-505dc0e547d7" providerId="ADAL" clId="{2BD8B6C2-4629-4E71-B45D-CF2CF7BA3E55}" dt="2026-06-30T19:58:07.887" v="12" actId="5793"/>
          <ac:spMkLst>
            <pc:docMk/>
            <pc:sldMk cId="3613119164" sldId="2147473071"/>
            <ac:spMk id="7" creationId="{2690A1C7-A96C-652F-217A-8D1512128BB4}"/>
          </ac:spMkLst>
        </pc:spChg>
      </pc:sldChg>
    </pc:docChg>
  </pc:docChgLst>
  <pc:docChgLst>
    <pc:chgData name="Christoph Gredel" userId="344df25f-1fa5-402e-9bce-505dc0e547d7" providerId="ADAL" clId="{B6ECFA52-E54C-4424-B7AD-4C88586DA286}"/>
    <pc:docChg chg="custSel addSld modSld modSection">
      <pc:chgData name="Christoph Gredel" userId="344df25f-1fa5-402e-9bce-505dc0e547d7" providerId="ADAL" clId="{B6ECFA52-E54C-4424-B7AD-4C88586DA286}" dt="2026-05-31T20:31:02.394" v="29" actId="20577"/>
      <pc:docMkLst>
        <pc:docMk/>
      </pc:docMkLst>
      <pc:sldChg chg="addSp delSp modSp new mod modClrScheme chgLayout">
        <pc:chgData name="Christoph Gredel" userId="344df25f-1fa5-402e-9bce-505dc0e547d7" providerId="ADAL" clId="{B6ECFA52-E54C-4424-B7AD-4C88586DA286}" dt="2026-05-31T20:31:02.394" v="29" actId="20577"/>
        <pc:sldMkLst>
          <pc:docMk/>
          <pc:sldMk cId="3613119164" sldId="2147473071"/>
        </pc:sldMkLst>
        <pc:spChg chg="add mod ord">
          <ac:chgData name="Christoph Gredel" userId="344df25f-1fa5-402e-9bce-505dc0e547d7" providerId="ADAL" clId="{B6ECFA52-E54C-4424-B7AD-4C88586DA286}" dt="2026-05-31T20:31:02.394" v="29" actId="20577"/>
          <ac:spMkLst>
            <pc:docMk/>
            <pc:sldMk cId="3613119164" sldId="2147473071"/>
            <ac:spMk id="6" creationId="{0A2DD966-6E53-2541-FC77-5124F8083443}"/>
          </ac:spMkLst>
        </pc:spChg>
        <pc:spChg chg="add mod ord">
          <ac:chgData name="Christoph Gredel" userId="344df25f-1fa5-402e-9bce-505dc0e547d7" providerId="ADAL" clId="{B6ECFA52-E54C-4424-B7AD-4C88586DA286}" dt="2026-05-31T20:24:35.183" v="24" actId="15"/>
          <ac:spMkLst>
            <pc:docMk/>
            <pc:sldMk cId="3613119164" sldId="2147473071"/>
            <ac:spMk id="7" creationId="{2690A1C7-A96C-652F-217A-8D1512128BB4}"/>
          </ac:spMkLst>
        </pc:spChg>
        <pc:spChg chg="add mod ord">
          <ac:chgData name="Christoph Gredel" userId="344df25f-1fa5-402e-9bce-505dc0e547d7" providerId="ADAL" clId="{B6ECFA52-E54C-4424-B7AD-4C88586DA286}" dt="2026-05-31T20:24:26.650" v="1" actId="700"/>
          <ac:spMkLst>
            <pc:docMk/>
            <pc:sldMk cId="3613119164" sldId="2147473071"/>
            <ac:spMk id="8" creationId="{EF741AE5-0E98-E7A1-A529-462B0F54D952}"/>
          </ac:spMkLst>
        </pc:spChg>
      </pc:sldChg>
    </pc:docChg>
  </pc:docChgLst>
</pc:chgInfo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BE0EB3F-0824-4CAB-8FAD-A38336B658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A0017BE-1D52-4CD5-AE00-A5C83B6AF0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FF582-27E0-4C6D-81F0-64140543C51C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069B6E8-D112-4533-B534-EBB27CDDAB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9FE24B1-30D7-4087-92DF-8FD55E81FC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CB011-1079-496D-AA0E-A31E25E65F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97064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8" y="739775"/>
            <a:ext cx="658018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04146" y="4686499"/>
            <a:ext cx="5927471" cy="4439841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GB" err="1"/>
              <a:t>Textmasterformat</a:t>
            </a:r>
            <a:r>
              <a:rPr lang="en-GB"/>
              <a:t xml:space="preserve"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 xml:space="preserve"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 xml:space="preserve"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 xml:space="preserve"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 xml:space="preserve"> Ebene</a:t>
            </a:r>
          </a:p>
        </p:txBody>
      </p:sp>
    </p:spTree>
    <p:extLst>
      <p:ext uri="{BB962C8B-B14F-4D97-AF65-F5344CB8AC3E}">
        <p14:creationId xmlns:p14="http://schemas.microsoft.com/office/powerpoint/2010/main" val="2172727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975" indent="-180975" algn="l" defTabSz="914400" rtl="0" eaLnBrk="1" latinLnBrk="0" hangingPunct="1">
      <a:buClr>
        <a:srgbClr val="00A5E4"/>
      </a:buClr>
      <a:buSzPct val="100000"/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58775" indent="-177800" algn="l" defTabSz="914400" rtl="0" eaLnBrk="1" latinLnBrk="0" hangingPunct="1">
      <a:buClr>
        <a:srgbClr val="00A5E4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39750" indent="-180975" algn="l" defTabSz="914400" rtl="0" eaLnBrk="1" latinLnBrk="0" hangingPunct="1">
      <a:buClr>
        <a:srgbClr val="00A5E4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17550" indent="-177800" algn="l" defTabSz="914400" rtl="0" eaLnBrk="1" latinLnBrk="0" hangingPunct="1">
      <a:buClr>
        <a:srgbClr val="00A5E4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898525" indent="-180975" algn="l" defTabSz="914400" rtl="0" eaLnBrk="1" latinLnBrk="0" hangingPunct="1">
      <a:buClr>
        <a:srgbClr val="00A5E4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5.bin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7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8.xml.rels><?xml version="1.0" encoding="UTF-8"?>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4.emf"/></Relationships>
</file>

<file path=ppt/slideLayouts/_rels/slideLayout9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0.bin"/></Relationships>
</file>

<file path=ppt/slideLayouts/_rels/slideLayout10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1.bin"/></Relationships>
</file>

<file path=ppt/slideLayouts/_rels/slideLayout11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2.bin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3.bin"/></Relationships>
</file>

<file path=ppt/slideLayouts/_rels/slideLayout13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4.bin"/></Relationships>
</file>

<file path=ppt/slideLayouts/_rels/slideLayout14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5.bin"/></Relationships>
</file>

<file path=ppt/slideLayouts/_rels/slideLayout15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6.bin"/></Relationships>
</file>

<file path=ppt/slideLayouts/_rels/slideLayout16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7.bin"/></Relationships>
</file>

<file path=ppt/slideLayouts/_rels/slideLayout17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8.bin"/></Relationships>
</file>

<file path=ppt/slideLayouts/_rels/slideLayout18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9.bin"/></Relationships>
</file>

<file path=ppt/slideLayouts/_rels/slideLayout19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0.bin"/></Relationships>
</file>

<file path=ppt/slideLayouts/_rels/slideLayout20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1.bin"/></Relationships>
</file>

<file path=ppt/slideLayouts/_rels/slideLayout21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2.bin"/></Relationships>
</file>

<file path=ppt/slideLayouts/_rels/slideLayout22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Layouts/_rels/slideLayout23.xml.rels><?xml version="1.0" encoding="UTF-8"?>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hyperlink" Target="http://www.koehninger.de/" TargetMode="Externa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4.bin"/></Relationships>
</file>

<file path=ppt/slideLayouts/_rels/slideLayout24.xml.rels><?xml version="1.0" encoding="UTF-8"?>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25.xml.rels><?xml version="1.0" encoding="UTF-8"?>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9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Relationship Id="rId6" Type="http://schemas.openxmlformats.org/officeDocument/2006/relationships/image" Target="../media/image8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5816655"/>
              </p:ext>
            </p:extLst>
          </p:nvPr>
        </p:nvGraphicFramePr>
        <p:xfrm>
          <a:off x="2119" y="1589"/>
          <a:ext cx="211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Bildplatzhalter 71">
            <a:extLst>
              <a:ext uri="{FF2B5EF4-FFF2-40B4-BE49-F238E27FC236}">
                <a16:creationId xmlns:a16="http://schemas.microsoft.com/office/drawing/2014/main" id="{C5599821-1793-4A07-9AC6-EA4064F5FB2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8350" cy="6858000"/>
          </a:xfrm>
          <a:custGeom>
            <a:avLst/>
            <a:gdLst>
              <a:gd name="connsiteX0" fmla="*/ 10215479 w 12198350"/>
              <a:gd name="connsiteY0" fmla="*/ 263197 h 6858000"/>
              <a:gd name="connsiteX1" fmla="*/ 10215479 w 12198350"/>
              <a:gd name="connsiteY1" fmla="*/ 792687 h 6858000"/>
              <a:gd name="connsiteX2" fmla="*/ 11933140 w 12198350"/>
              <a:gd name="connsiteY2" fmla="*/ 792687 h 6858000"/>
              <a:gd name="connsiteX3" fmla="*/ 11933140 w 12198350"/>
              <a:gd name="connsiteY3" fmla="*/ 263197 h 6858000"/>
              <a:gd name="connsiteX4" fmla="*/ 0 w 12198350"/>
              <a:gd name="connsiteY4" fmla="*/ 0 h 6858000"/>
              <a:gd name="connsiteX5" fmla="*/ 12198350 w 12198350"/>
              <a:gd name="connsiteY5" fmla="*/ 0 h 6858000"/>
              <a:gd name="connsiteX6" fmla="*/ 12198350 w 12198350"/>
              <a:gd name="connsiteY6" fmla="*/ 6858000 h 6858000"/>
              <a:gd name="connsiteX7" fmla="*/ 0 w 12198350"/>
              <a:gd name="connsiteY7" fmla="*/ 6858000 h 6858000"/>
              <a:gd name="connsiteX0" fmla="*/ 10215479 w 12198350"/>
              <a:gd name="connsiteY0" fmla="*/ 263197 h 6858000"/>
              <a:gd name="connsiteX1" fmla="*/ 10215479 w 12198350"/>
              <a:gd name="connsiteY1" fmla="*/ 792687 h 6858000"/>
              <a:gd name="connsiteX2" fmla="*/ 11933140 w 12198350"/>
              <a:gd name="connsiteY2" fmla="*/ 792687 h 6858000"/>
              <a:gd name="connsiteX3" fmla="*/ 10215479 w 12198350"/>
              <a:gd name="connsiteY3" fmla="*/ 263197 h 6858000"/>
              <a:gd name="connsiteX4" fmla="*/ 0 w 12198350"/>
              <a:gd name="connsiteY4" fmla="*/ 0 h 6858000"/>
              <a:gd name="connsiteX5" fmla="*/ 12198350 w 12198350"/>
              <a:gd name="connsiteY5" fmla="*/ 0 h 6858000"/>
              <a:gd name="connsiteX6" fmla="*/ 12198350 w 12198350"/>
              <a:gd name="connsiteY6" fmla="*/ 6858000 h 6858000"/>
              <a:gd name="connsiteX7" fmla="*/ 0 w 12198350"/>
              <a:gd name="connsiteY7" fmla="*/ 6858000 h 6858000"/>
              <a:gd name="connsiteX8" fmla="*/ 0 w 12198350"/>
              <a:gd name="connsiteY8" fmla="*/ 0 h 6858000"/>
              <a:gd name="connsiteX0" fmla="*/ 10215479 w 12198350"/>
              <a:gd name="connsiteY0" fmla="*/ 263197 h 6858000"/>
              <a:gd name="connsiteX1" fmla="*/ 11933140 w 12198350"/>
              <a:gd name="connsiteY1" fmla="*/ 792687 h 6858000"/>
              <a:gd name="connsiteX2" fmla="*/ 10215479 w 12198350"/>
              <a:gd name="connsiteY2" fmla="*/ 263197 h 6858000"/>
              <a:gd name="connsiteX3" fmla="*/ 0 w 12198350"/>
              <a:gd name="connsiteY3" fmla="*/ 0 h 6858000"/>
              <a:gd name="connsiteX4" fmla="*/ 12198350 w 12198350"/>
              <a:gd name="connsiteY4" fmla="*/ 0 h 6858000"/>
              <a:gd name="connsiteX5" fmla="*/ 12198350 w 12198350"/>
              <a:gd name="connsiteY5" fmla="*/ 6858000 h 6858000"/>
              <a:gd name="connsiteX6" fmla="*/ 0 w 12198350"/>
              <a:gd name="connsiteY6" fmla="*/ 6858000 h 6858000"/>
              <a:gd name="connsiteX7" fmla="*/ 0 w 12198350"/>
              <a:gd name="connsiteY7" fmla="*/ 0 h 6858000"/>
              <a:gd name="connsiteX0" fmla="*/ 0 w 12198350"/>
              <a:gd name="connsiteY0" fmla="*/ 0 h 6858000"/>
              <a:gd name="connsiteX1" fmla="*/ 12198350 w 12198350"/>
              <a:gd name="connsiteY1" fmla="*/ 0 h 6858000"/>
              <a:gd name="connsiteX2" fmla="*/ 12198350 w 12198350"/>
              <a:gd name="connsiteY2" fmla="*/ 6858000 h 6858000"/>
              <a:gd name="connsiteX3" fmla="*/ 0 w 12198350"/>
              <a:gd name="connsiteY3" fmla="*/ 6858000 h 6858000"/>
              <a:gd name="connsiteX4" fmla="*/ 0 w 1219835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8350" h="6858000">
                <a:moveTo>
                  <a:pt x="0" y="0"/>
                </a:moveTo>
                <a:lnTo>
                  <a:pt x="12198350" y="0"/>
                </a:lnTo>
                <a:lnTo>
                  <a:pt x="1219835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GB" dirty="0"/>
              <a:t>Please insert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 hasCustomPrompt="1"/>
          </p:nvPr>
        </p:nvSpPr>
        <p:spPr>
          <a:xfrm>
            <a:off x="554038" y="5802086"/>
            <a:ext cx="11096268" cy="315685"/>
          </a:xfrm>
        </p:spPr>
        <p:txBody>
          <a:bodyPr>
            <a:noAutofit/>
          </a:bodyPr>
          <a:lstStyle>
            <a:lvl1pPr marL="0" indent="0" rtl="0">
              <a:buNone/>
              <a:defRPr sz="1800" b="1" baseline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GB" noProof="0" dirty="0"/>
              <a:t>Subheading, Arial Regular 18pt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54038" y="4508701"/>
            <a:ext cx="11096268" cy="1052596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rtl="0">
              <a:lnSpc>
                <a:spcPct val="95000"/>
              </a:lnSpc>
              <a:buNone/>
              <a:defRPr sz="3600" b="0" cap="none" baseline="0">
                <a:solidFill>
                  <a:schemeClr val="tx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>
              <a:lnSpc>
                <a:spcPct val="95000"/>
              </a:lnSpc>
            </a:pPr>
            <a:r>
              <a:rPr lang="en-GB" noProof="0" dirty="0"/>
              <a:t>Title Slide 1, max. 2 lines,</a:t>
            </a:r>
            <a:br>
              <a:rPr lang="en-GB" noProof="0" dirty="0"/>
            </a:br>
            <a:r>
              <a:rPr lang="en-GB" noProof="0" dirty="0"/>
              <a:t>Arial Narrow 54pt</a:t>
            </a: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E83D4679-7D7A-4657-8536-D3AD11C88415}"/>
              </a:ext>
            </a:extLst>
          </p:cNvPr>
          <p:cNvGrpSpPr/>
          <p:nvPr userDrawn="1"/>
        </p:nvGrpSpPr>
        <p:grpSpPr>
          <a:xfrm>
            <a:off x="-381198" y="-288131"/>
            <a:ext cx="12990396" cy="7454900"/>
            <a:chOff x="-381198" y="-288131"/>
            <a:chExt cx="12990396" cy="7454900"/>
          </a:xfrm>
        </p:grpSpPr>
        <p:cxnSp>
          <p:nvCxnSpPr>
            <p:cNvPr id="36" name="Gerade Verbindung 43">
              <a:extLst>
                <a:ext uri="{FF2B5EF4-FFF2-40B4-BE49-F238E27FC236}">
                  <a16:creationId xmlns:a16="http://schemas.microsoft.com/office/drawing/2014/main" id="{EDB20004-7485-4EB9-B473-46FBC7AFB790}"/>
                </a:ext>
              </a:extLst>
            </p:cNvPr>
            <p:cNvCxnSpPr/>
            <p:nvPr/>
          </p:nvCxnSpPr>
          <p:spPr bwMode="gray">
            <a:xfrm flipH="1">
              <a:off x="12338124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11">
              <a:extLst>
                <a:ext uri="{FF2B5EF4-FFF2-40B4-BE49-F238E27FC236}">
                  <a16:creationId xmlns:a16="http://schemas.microsoft.com/office/drawing/2014/main" id="{8E15D930-426B-4FE3-BF8B-FE4D56D0A612}"/>
                </a:ext>
              </a:extLst>
            </p:cNvPr>
            <p:cNvCxnSpPr/>
            <p:nvPr userDrawn="1"/>
          </p:nvCxnSpPr>
          <p:spPr bwMode="gray">
            <a:xfrm flipH="1">
              <a:off x="-381198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35">
              <a:extLst>
                <a:ext uri="{FF2B5EF4-FFF2-40B4-BE49-F238E27FC236}">
                  <a16:creationId xmlns:a16="http://schemas.microsoft.com/office/drawing/2014/main" id="{6BA34692-1B5F-49F8-A6DB-8E770240651F}"/>
                </a:ext>
              </a:extLst>
            </p:cNvPr>
            <p:cNvCxnSpPr/>
            <p:nvPr userDrawn="1"/>
          </p:nvCxnSpPr>
          <p:spPr bwMode="gray">
            <a:xfrm flipH="1">
              <a:off x="-381198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36">
              <a:extLst>
                <a:ext uri="{FF2B5EF4-FFF2-40B4-BE49-F238E27FC236}">
                  <a16:creationId xmlns:a16="http://schemas.microsoft.com/office/drawing/2014/main" id="{12DAD2C6-1B7D-4708-822E-97FECC9B515E}"/>
                </a:ext>
              </a:extLst>
            </p:cNvPr>
            <p:cNvCxnSpPr/>
            <p:nvPr userDrawn="1"/>
          </p:nvCxnSpPr>
          <p:spPr bwMode="gray">
            <a:xfrm flipH="1">
              <a:off x="-381198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37">
              <a:extLst>
                <a:ext uri="{FF2B5EF4-FFF2-40B4-BE49-F238E27FC236}">
                  <a16:creationId xmlns:a16="http://schemas.microsoft.com/office/drawing/2014/main" id="{984F78E8-79EA-40AE-8142-CD8129DC1A19}"/>
                </a:ext>
              </a:extLst>
            </p:cNvPr>
            <p:cNvCxnSpPr/>
            <p:nvPr userDrawn="1"/>
          </p:nvCxnSpPr>
          <p:spPr bwMode="gray">
            <a:xfrm flipH="1">
              <a:off x="-381198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38">
              <a:extLst>
                <a:ext uri="{FF2B5EF4-FFF2-40B4-BE49-F238E27FC236}">
                  <a16:creationId xmlns:a16="http://schemas.microsoft.com/office/drawing/2014/main" id="{559CEBA9-5CC6-48BC-8261-E16ED041BA25}"/>
                </a:ext>
              </a:extLst>
            </p:cNvPr>
            <p:cNvCxnSpPr/>
            <p:nvPr userDrawn="1"/>
          </p:nvCxnSpPr>
          <p:spPr bwMode="gray">
            <a:xfrm rot="5400000" flipH="1">
              <a:off x="1666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39">
              <a:extLst>
                <a:ext uri="{FF2B5EF4-FFF2-40B4-BE49-F238E27FC236}">
                  <a16:creationId xmlns:a16="http://schemas.microsoft.com/office/drawing/2014/main" id="{6D1F4449-E404-4E6D-93AF-53FBD395AADC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40">
              <a:extLst>
                <a:ext uri="{FF2B5EF4-FFF2-40B4-BE49-F238E27FC236}">
                  <a16:creationId xmlns:a16="http://schemas.microsoft.com/office/drawing/2014/main" id="{67CC78B2-89F6-4AC1-AA05-FD7542C1D3F9}"/>
                </a:ext>
              </a:extLst>
            </p:cNvPr>
            <p:cNvCxnSpPr/>
            <p:nvPr userDrawn="1"/>
          </p:nvCxnSpPr>
          <p:spPr bwMode="gray">
            <a:xfrm flipH="1">
              <a:off x="12338124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41">
              <a:extLst>
                <a:ext uri="{FF2B5EF4-FFF2-40B4-BE49-F238E27FC236}">
                  <a16:creationId xmlns:a16="http://schemas.microsoft.com/office/drawing/2014/main" id="{13B171B0-97E3-47CD-AFBB-B24D8807804A}"/>
                </a:ext>
              </a:extLst>
            </p:cNvPr>
            <p:cNvCxnSpPr/>
            <p:nvPr userDrawn="1"/>
          </p:nvCxnSpPr>
          <p:spPr bwMode="gray">
            <a:xfrm flipH="1">
              <a:off x="12338124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42">
              <a:extLst>
                <a:ext uri="{FF2B5EF4-FFF2-40B4-BE49-F238E27FC236}">
                  <a16:creationId xmlns:a16="http://schemas.microsoft.com/office/drawing/2014/main" id="{CD1C8A2D-9C28-4807-B3AC-BD073918B7F1}"/>
                </a:ext>
              </a:extLst>
            </p:cNvPr>
            <p:cNvCxnSpPr/>
            <p:nvPr userDrawn="1"/>
          </p:nvCxnSpPr>
          <p:spPr bwMode="gray">
            <a:xfrm flipH="1">
              <a:off x="12338124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44">
              <a:extLst>
                <a:ext uri="{FF2B5EF4-FFF2-40B4-BE49-F238E27FC236}">
                  <a16:creationId xmlns:a16="http://schemas.microsoft.com/office/drawing/2014/main" id="{245886E9-E1A9-4741-AE87-EDD374B7C0BD}"/>
                </a:ext>
              </a:extLst>
            </p:cNvPr>
            <p:cNvCxnSpPr/>
            <p:nvPr userDrawn="1"/>
          </p:nvCxnSpPr>
          <p:spPr bwMode="gray">
            <a:xfrm rot="5400000" flipH="1">
              <a:off x="168276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45">
              <a:extLst>
                <a:ext uri="{FF2B5EF4-FFF2-40B4-BE49-F238E27FC236}">
                  <a16:creationId xmlns:a16="http://schemas.microsoft.com/office/drawing/2014/main" id="{5F5DD651-D6A3-4427-A3E8-2D3A94A510AF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47">
              <a:extLst>
                <a:ext uri="{FF2B5EF4-FFF2-40B4-BE49-F238E27FC236}">
                  <a16:creationId xmlns:a16="http://schemas.microsoft.com/office/drawing/2014/main" id="{2F49825B-68AA-41A5-B6C1-CFE990BDF9F8}"/>
                </a:ext>
              </a:extLst>
            </p:cNvPr>
            <p:cNvCxnSpPr/>
            <p:nvPr userDrawn="1"/>
          </p:nvCxnSpPr>
          <p:spPr bwMode="gray">
            <a:xfrm rot="5400000" flipH="1">
              <a:off x="59313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49">
              <a:extLst>
                <a:ext uri="{FF2B5EF4-FFF2-40B4-BE49-F238E27FC236}">
                  <a16:creationId xmlns:a16="http://schemas.microsoft.com/office/drawing/2014/main" id="{AD8F3F29-E450-426E-951A-34EB4749C152}"/>
                </a:ext>
              </a:extLst>
            </p:cNvPr>
            <p:cNvCxnSpPr/>
            <p:nvPr userDrawn="1"/>
          </p:nvCxnSpPr>
          <p:spPr bwMode="gray">
            <a:xfrm rot="5400000" flipH="1">
              <a:off x="6111082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59">
              <a:extLst>
                <a:ext uri="{FF2B5EF4-FFF2-40B4-BE49-F238E27FC236}">
                  <a16:creationId xmlns:a16="http://schemas.microsoft.com/office/drawing/2014/main" id="{E9272CE7-0DBD-43A8-ABC0-9147FE2B5589}"/>
                </a:ext>
              </a:extLst>
            </p:cNvPr>
            <p:cNvCxnSpPr/>
            <p:nvPr userDrawn="1"/>
          </p:nvCxnSpPr>
          <p:spPr bwMode="gray">
            <a:xfrm rot="5400000" flipH="1">
              <a:off x="9849494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60">
              <a:extLst>
                <a:ext uri="{FF2B5EF4-FFF2-40B4-BE49-F238E27FC236}">
                  <a16:creationId xmlns:a16="http://schemas.microsoft.com/office/drawing/2014/main" id="{C57530AB-B732-479F-A194-ADEC0819ED57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9849494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47">
              <a:extLst>
                <a:ext uri="{FF2B5EF4-FFF2-40B4-BE49-F238E27FC236}">
                  <a16:creationId xmlns:a16="http://schemas.microsoft.com/office/drawing/2014/main" id="{D02C8134-E8E6-45D3-8821-2AD859F1CEC5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5931388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49">
              <a:extLst>
                <a:ext uri="{FF2B5EF4-FFF2-40B4-BE49-F238E27FC236}">
                  <a16:creationId xmlns:a16="http://schemas.microsoft.com/office/drawing/2014/main" id="{67705AA4-62BF-4AB4-9E71-0BAA2A25C217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6111082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AutoShape 4">
            <a:extLst>
              <a:ext uri="{FF2B5EF4-FFF2-40B4-BE49-F238E27FC236}">
                <a16:creationId xmlns:a16="http://schemas.microsoft.com/office/drawing/2014/main" id="{51B3BA47-4FE8-4AE6-9440-41D3D1DEB463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10008891" y="1882470"/>
            <a:ext cx="1641415" cy="453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 noProof="0"/>
          </a:p>
        </p:txBody>
      </p:sp>
      <p:pic>
        <p:nvPicPr>
          <p:cNvPr id="5" name="Grafik 4" descr="Ein Bild, das Schrift, Grafiken, Screenshot, Grafikdesign enthält.  KI-generierte Inhalte können fehlerhaft sein.">
            <a:extLst>
              <a:ext uri="{FF2B5EF4-FFF2-40B4-BE49-F238E27FC236}">
                <a16:creationId xmlns:a16="http://schemas.microsoft.com/office/drawing/2014/main" id="{83C47DC7-45DE-D371-3D49-FD91D85CAD2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628" y="259012"/>
            <a:ext cx="894798" cy="3805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4508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4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12383276"/>
              </p:ext>
            </p:extLst>
          </p:nvPr>
        </p:nvGraphicFramePr>
        <p:xfrm>
          <a:off x="2119" y="1589"/>
          <a:ext cx="211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Bildplatzhalter 59">
            <a:extLst>
              <a:ext uri="{FF2B5EF4-FFF2-40B4-BE49-F238E27FC236}">
                <a16:creationId xmlns:a16="http://schemas.microsoft.com/office/drawing/2014/main" id="{C68ED39D-79F6-496C-BE47-23074D3EF09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754"/>
            <a:ext cx="12198350" cy="5105400"/>
          </a:xfrm>
          <a:custGeom>
            <a:avLst/>
            <a:gdLst>
              <a:gd name="connsiteX0" fmla="*/ 10215479 w 12198350"/>
              <a:gd name="connsiteY0" fmla="*/ 263197 h 5105400"/>
              <a:gd name="connsiteX1" fmla="*/ 10215479 w 12198350"/>
              <a:gd name="connsiteY1" fmla="*/ 792687 h 5105400"/>
              <a:gd name="connsiteX2" fmla="*/ 11933140 w 12198350"/>
              <a:gd name="connsiteY2" fmla="*/ 792687 h 5105400"/>
              <a:gd name="connsiteX3" fmla="*/ 11933140 w 12198350"/>
              <a:gd name="connsiteY3" fmla="*/ 263197 h 5105400"/>
              <a:gd name="connsiteX4" fmla="*/ 0 w 12198350"/>
              <a:gd name="connsiteY4" fmla="*/ 0 h 5105400"/>
              <a:gd name="connsiteX5" fmla="*/ 12198350 w 12198350"/>
              <a:gd name="connsiteY5" fmla="*/ 0 h 5105400"/>
              <a:gd name="connsiteX6" fmla="*/ 12198350 w 12198350"/>
              <a:gd name="connsiteY6" fmla="*/ 5105400 h 5105400"/>
              <a:gd name="connsiteX7" fmla="*/ 8191500 w 12198350"/>
              <a:gd name="connsiteY7" fmla="*/ 5105400 h 5105400"/>
              <a:gd name="connsiteX8" fmla="*/ 8191500 w 12198350"/>
              <a:gd name="connsiteY8" fmla="*/ 4745737 h 5105400"/>
              <a:gd name="connsiteX9" fmla="*/ 0 w 12198350"/>
              <a:gd name="connsiteY9" fmla="*/ 4745737 h 5105400"/>
              <a:gd name="connsiteX0" fmla="*/ 10215479 w 12198350"/>
              <a:gd name="connsiteY0" fmla="*/ 263197 h 5105400"/>
              <a:gd name="connsiteX1" fmla="*/ 10215479 w 12198350"/>
              <a:gd name="connsiteY1" fmla="*/ 792687 h 5105400"/>
              <a:gd name="connsiteX2" fmla="*/ 11933140 w 12198350"/>
              <a:gd name="connsiteY2" fmla="*/ 263197 h 5105400"/>
              <a:gd name="connsiteX3" fmla="*/ 10215479 w 12198350"/>
              <a:gd name="connsiteY3" fmla="*/ 263197 h 5105400"/>
              <a:gd name="connsiteX4" fmla="*/ 0 w 12198350"/>
              <a:gd name="connsiteY4" fmla="*/ 0 h 5105400"/>
              <a:gd name="connsiteX5" fmla="*/ 12198350 w 12198350"/>
              <a:gd name="connsiteY5" fmla="*/ 0 h 5105400"/>
              <a:gd name="connsiteX6" fmla="*/ 12198350 w 12198350"/>
              <a:gd name="connsiteY6" fmla="*/ 5105400 h 5105400"/>
              <a:gd name="connsiteX7" fmla="*/ 8191500 w 12198350"/>
              <a:gd name="connsiteY7" fmla="*/ 5105400 h 5105400"/>
              <a:gd name="connsiteX8" fmla="*/ 8191500 w 12198350"/>
              <a:gd name="connsiteY8" fmla="*/ 4745737 h 5105400"/>
              <a:gd name="connsiteX9" fmla="*/ 0 w 12198350"/>
              <a:gd name="connsiteY9" fmla="*/ 4745737 h 5105400"/>
              <a:gd name="connsiteX10" fmla="*/ 0 w 12198350"/>
              <a:gd name="connsiteY10" fmla="*/ 0 h 5105400"/>
              <a:gd name="connsiteX0" fmla="*/ 10215479 w 12198350"/>
              <a:gd name="connsiteY0" fmla="*/ 263197 h 5105400"/>
              <a:gd name="connsiteX1" fmla="*/ 10215479 w 12198350"/>
              <a:gd name="connsiteY1" fmla="*/ 792687 h 5105400"/>
              <a:gd name="connsiteX2" fmla="*/ 10215479 w 12198350"/>
              <a:gd name="connsiteY2" fmla="*/ 263197 h 5105400"/>
              <a:gd name="connsiteX3" fmla="*/ 0 w 12198350"/>
              <a:gd name="connsiteY3" fmla="*/ 0 h 5105400"/>
              <a:gd name="connsiteX4" fmla="*/ 12198350 w 12198350"/>
              <a:gd name="connsiteY4" fmla="*/ 0 h 5105400"/>
              <a:gd name="connsiteX5" fmla="*/ 12198350 w 12198350"/>
              <a:gd name="connsiteY5" fmla="*/ 5105400 h 5105400"/>
              <a:gd name="connsiteX6" fmla="*/ 8191500 w 12198350"/>
              <a:gd name="connsiteY6" fmla="*/ 5105400 h 5105400"/>
              <a:gd name="connsiteX7" fmla="*/ 8191500 w 12198350"/>
              <a:gd name="connsiteY7" fmla="*/ 4745737 h 5105400"/>
              <a:gd name="connsiteX8" fmla="*/ 0 w 12198350"/>
              <a:gd name="connsiteY8" fmla="*/ 4745737 h 5105400"/>
              <a:gd name="connsiteX9" fmla="*/ 0 w 12198350"/>
              <a:gd name="connsiteY9" fmla="*/ 0 h 5105400"/>
              <a:gd name="connsiteX0" fmla="*/ 0 w 12198350"/>
              <a:gd name="connsiteY0" fmla="*/ 0 h 5105400"/>
              <a:gd name="connsiteX1" fmla="*/ 12198350 w 12198350"/>
              <a:gd name="connsiteY1" fmla="*/ 0 h 5105400"/>
              <a:gd name="connsiteX2" fmla="*/ 12198350 w 12198350"/>
              <a:gd name="connsiteY2" fmla="*/ 5105400 h 5105400"/>
              <a:gd name="connsiteX3" fmla="*/ 8191500 w 12198350"/>
              <a:gd name="connsiteY3" fmla="*/ 5105400 h 5105400"/>
              <a:gd name="connsiteX4" fmla="*/ 8191500 w 12198350"/>
              <a:gd name="connsiteY4" fmla="*/ 4745737 h 5105400"/>
              <a:gd name="connsiteX5" fmla="*/ 0 w 12198350"/>
              <a:gd name="connsiteY5" fmla="*/ 4745737 h 5105400"/>
              <a:gd name="connsiteX6" fmla="*/ 0 w 12198350"/>
              <a:gd name="connsiteY6" fmla="*/ 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8350" h="5105400">
                <a:moveTo>
                  <a:pt x="0" y="0"/>
                </a:moveTo>
                <a:lnTo>
                  <a:pt x="12198350" y="0"/>
                </a:lnTo>
                <a:lnTo>
                  <a:pt x="12198350" y="5105400"/>
                </a:lnTo>
                <a:lnTo>
                  <a:pt x="8191500" y="5105400"/>
                </a:lnTo>
                <a:lnTo>
                  <a:pt x="8191500" y="4745737"/>
                </a:lnTo>
                <a:lnTo>
                  <a:pt x="0" y="4745737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GB" noProof="0" dirty="0"/>
              <a:t>Please insert an image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endParaRPr lang="en-GB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 hasCustomPrompt="1"/>
          </p:nvPr>
        </p:nvSpPr>
        <p:spPr>
          <a:xfrm>
            <a:off x="554038" y="5807042"/>
            <a:ext cx="5658644" cy="301493"/>
          </a:xfrm>
        </p:spPr>
        <p:txBody>
          <a:bodyPr>
            <a:noAutofit/>
          </a:bodyPr>
          <a:lstStyle>
            <a:lvl1pPr marL="0" indent="0" rtl="0">
              <a:buNone/>
              <a:defRPr sz="1800" baseline="0">
                <a:solidFill>
                  <a:schemeClr val="accent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noProof="0" dirty="0"/>
              <a:t>Subheading, Inter 18pt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54038" y="5059987"/>
            <a:ext cx="5658644" cy="492443"/>
          </a:xfrm>
          <a:noFill/>
        </p:spPr>
        <p:txBody>
          <a:bodyPr wrap="square" lIns="0" tIns="0" rIns="0" bIns="0" anchor="t">
            <a:spAutoFit/>
          </a:bodyPr>
          <a:lstStyle>
            <a:lvl1pPr marL="0" indent="0" rtl="0">
              <a:buNone/>
              <a:defRPr sz="3200" b="0" cap="none" baseline="0">
                <a:solidFill>
                  <a:schemeClr val="tx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noProof="0" dirty="0"/>
              <a:t>Title Slide 2, Inter 32 PT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F1176E56-F4D4-4F40-883F-FBCE8E78F3D7}"/>
              </a:ext>
            </a:extLst>
          </p:cNvPr>
          <p:cNvGrpSpPr/>
          <p:nvPr userDrawn="1"/>
        </p:nvGrpSpPr>
        <p:grpSpPr>
          <a:xfrm>
            <a:off x="-381198" y="-288131"/>
            <a:ext cx="12990396" cy="7454900"/>
            <a:chOff x="-381198" y="-288131"/>
            <a:chExt cx="12990396" cy="7454900"/>
          </a:xfrm>
        </p:grpSpPr>
        <p:cxnSp>
          <p:nvCxnSpPr>
            <p:cNvPr id="28" name="Gerade Verbindung 43">
              <a:extLst>
                <a:ext uri="{FF2B5EF4-FFF2-40B4-BE49-F238E27FC236}">
                  <a16:creationId xmlns:a16="http://schemas.microsoft.com/office/drawing/2014/main" id="{A5DBD71B-DB85-4490-A663-E9FD63654597}"/>
                </a:ext>
              </a:extLst>
            </p:cNvPr>
            <p:cNvCxnSpPr/>
            <p:nvPr/>
          </p:nvCxnSpPr>
          <p:spPr bwMode="gray">
            <a:xfrm flipH="1">
              <a:off x="12338124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11">
              <a:extLst>
                <a:ext uri="{FF2B5EF4-FFF2-40B4-BE49-F238E27FC236}">
                  <a16:creationId xmlns:a16="http://schemas.microsoft.com/office/drawing/2014/main" id="{E6D4ED3B-6E99-4F3E-BF79-A0D6A5753362}"/>
                </a:ext>
              </a:extLst>
            </p:cNvPr>
            <p:cNvCxnSpPr/>
            <p:nvPr userDrawn="1"/>
          </p:nvCxnSpPr>
          <p:spPr bwMode="gray">
            <a:xfrm flipH="1">
              <a:off x="-381198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35">
              <a:extLst>
                <a:ext uri="{FF2B5EF4-FFF2-40B4-BE49-F238E27FC236}">
                  <a16:creationId xmlns:a16="http://schemas.microsoft.com/office/drawing/2014/main" id="{8751C487-866B-4BBB-99F5-F428C60D8E5F}"/>
                </a:ext>
              </a:extLst>
            </p:cNvPr>
            <p:cNvCxnSpPr/>
            <p:nvPr userDrawn="1"/>
          </p:nvCxnSpPr>
          <p:spPr bwMode="gray">
            <a:xfrm flipH="1">
              <a:off x="-381198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36">
              <a:extLst>
                <a:ext uri="{FF2B5EF4-FFF2-40B4-BE49-F238E27FC236}">
                  <a16:creationId xmlns:a16="http://schemas.microsoft.com/office/drawing/2014/main" id="{40A7BC6B-B7DF-47FA-9BF3-88850687EC5D}"/>
                </a:ext>
              </a:extLst>
            </p:cNvPr>
            <p:cNvCxnSpPr/>
            <p:nvPr userDrawn="1"/>
          </p:nvCxnSpPr>
          <p:spPr bwMode="gray">
            <a:xfrm flipH="1">
              <a:off x="-381198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37">
              <a:extLst>
                <a:ext uri="{FF2B5EF4-FFF2-40B4-BE49-F238E27FC236}">
                  <a16:creationId xmlns:a16="http://schemas.microsoft.com/office/drawing/2014/main" id="{4C481A39-FFAC-495D-91C6-0771F09EDE44}"/>
                </a:ext>
              </a:extLst>
            </p:cNvPr>
            <p:cNvCxnSpPr/>
            <p:nvPr userDrawn="1"/>
          </p:nvCxnSpPr>
          <p:spPr bwMode="gray">
            <a:xfrm flipH="1">
              <a:off x="-381198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38">
              <a:extLst>
                <a:ext uri="{FF2B5EF4-FFF2-40B4-BE49-F238E27FC236}">
                  <a16:creationId xmlns:a16="http://schemas.microsoft.com/office/drawing/2014/main" id="{F9D3AFEE-3CA6-4FC7-ABB1-F5A1722CA0C5}"/>
                </a:ext>
              </a:extLst>
            </p:cNvPr>
            <p:cNvCxnSpPr/>
            <p:nvPr userDrawn="1"/>
          </p:nvCxnSpPr>
          <p:spPr bwMode="gray">
            <a:xfrm rot="5400000" flipH="1">
              <a:off x="1666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39">
              <a:extLst>
                <a:ext uri="{FF2B5EF4-FFF2-40B4-BE49-F238E27FC236}">
                  <a16:creationId xmlns:a16="http://schemas.microsoft.com/office/drawing/2014/main" id="{DD02F7A1-6375-4494-BC5F-E492F18956A3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40">
              <a:extLst>
                <a:ext uri="{FF2B5EF4-FFF2-40B4-BE49-F238E27FC236}">
                  <a16:creationId xmlns:a16="http://schemas.microsoft.com/office/drawing/2014/main" id="{ED4675C9-A8D1-4103-BC27-5CD332B9E31F}"/>
                </a:ext>
              </a:extLst>
            </p:cNvPr>
            <p:cNvCxnSpPr/>
            <p:nvPr userDrawn="1"/>
          </p:nvCxnSpPr>
          <p:spPr bwMode="gray">
            <a:xfrm flipH="1">
              <a:off x="12338124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41">
              <a:extLst>
                <a:ext uri="{FF2B5EF4-FFF2-40B4-BE49-F238E27FC236}">
                  <a16:creationId xmlns:a16="http://schemas.microsoft.com/office/drawing/2014/main" id="{E78EEFFD-9C10-4F7A-9F46-A4D748B8BB18}"/>
                </a:ext>
              </a:extLst>
            </p:cNvPr>
            <p:cNvCxnSpPr/>
            <p:nvPr userDrawn="1"/>
          </p:nvCxnSpPr>
          <p:spPr bwMode="gray">
            <a:xfrm flipH="1">
              <a:off x="12338124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42">
              <a:extLst>
                <a:ext uri="{FF2B5EF4-FFF2-40B4-BE49-F238E27FC236}">
                  <a16:creationId xmlns:a16="http://schemas.microsoft.com/office/drawing/2014/main" id="{07256D4B-079C-4D12-8BA0-8449CC728874}"/>
                </a:ext>
              </a:extLst>
            </p:cNvPr>
            <p:cNvCxnSpPr/>
            <p:nvPr userDrawn="1"/>
          </p:nvCxnSpPr>
          <p:spPr bwMode="gray">
            <a:xfrm flipH="1">
              <a:off x="12338124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44">
              <a:extLst>
                <a:ext uri="{FF2B5EF4-FFF2-40B4-BE49-F238E27FC236}">
                  <a16:creationId xmlns:a16="http://schemas.microsoft.com/office/drawing/2014/main" id="{1E68333A-761B-4232-820F-06CC02633F4D}"/>
                </a:ext>
              </a:extLst>
            </p:cNvPr>
            <p:cNvCxnSpPr/>
            <p:nvPr userDrawn="1"/>
          </p:nvCxnSpPr>
          <p:spPr bwMode="gray">
            <a:xfrm rot="5400000" flipH="1">
              <a:off x="168276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45">
              <a:extLst>
                <a:ext uri="{FF2B5EF4-FFF2-40B4-BE49-F238E27FC236}">
                  <a16:creationId xmlns:a16="http://schemas.microsoft.com/office/drawing/2014/main" id="{11D64423-3B30-4178-9D6E-E4545099F1FB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47">
              <a:extLst>
                <a:ext uri="{FF2B5EF4-FFF2-40B4-BE49-F238E27FC236}">
                  <a16:creationId xmlns:a16="http://schemas.microsoft.com/office/drawing/2014/main" id="{34530A6A-47C9-4D0A-A8AC-0AD9E73E31DD}"/>
                </a:ext>
              </a:extLst>
            </p:cNvPr>
            <p:cNvCxnSpPr/>
            <p:nvPr userDrawn="1"/>
          </p:nvCxnSpPr>
          <p:spPr bwMode="gray">
            <a:xfrm rot="5400000" flipH="1">
              <a:off x="59313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49">
              <a:extLst>
                <a:ext uri="{FF2B5EF4-FFF2-40B4-BE49-F238E27FC236}">
                  <a16:creationId xmlns:a16="http://schemas.microsoft.com/office/drawing/2014/main" id="{A2B8864B-7337-4E9D-8338-8DBC26E16D26}"/>
                </a:ext>
              </a:extLst>
            </p:cNvPr>
            <p:cNvCxnSpPr/>
            <p:nvPr userDrawn="1"/>
          </p:nvCxnSpPr>
          <p:spPr bwMode="gray">
            <a:xfrm rot="5400000" flipH="1">
              <a:off x="6111082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59">
              <a:extLst>
                <a:ext uri="{FF2B5EF4-FFF2-40B4-BE49-F238E27FC236}">
                  <a16:creationId xmlns:a16="http://schemas.microsoft.com/office/drawing/2014/main" id="{7443D3EC-29A1-426D-9C6F-E7DEC14749D0}"/>
                </a:ext>
              </a:extLst>
            </p:cNvPr>
            <p:cNvCxnSpPr/>
            <p:nvPr userDrawn="1"/>
          </p:nvCxnSpPr>
          <p:spPr bwMode="gray">
            <a:xfrm rot="5400000" flipH="1">
              <a:off x="9849494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60">
              <a:extLst>
                <a:ext uri="{FF2B5EF4-FFF2-40B4-BE49-F238E27FC236}">
                  <a16:creationId xmlns:a16="http://schemas.microsoft.com/office/drawing/2014/main" id="{12D5BE4B-FB19-4E4F-B95E-23DE9A594E4B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9849494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47">
              <a:extLst>
                <a:ext uri="{FF2B5EF4-FFF2-40B4-BE49-F238E27FC236}">
                  <a16:creationId xmlns:a16="http://schemas.microsoft.com/office/drawing/2014/main" id="{EFBE4775-1A45-40FE-8D61-7FDECA25B8E0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5931388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49">
              <a:extLst>
                <a:ext uri="{FF2B5EF4-FFF2-40B4-BE49-F238E27FC236}">
                  <a16:creationId xmlns:a16="http://schemas.microsoft.com/office/drawing/2014/main" id="{C69DE1E5-2928-4227-9F94-AE7A7D816D99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6111082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hteck 46">
            <a:extLst>
              <a:ext uri="{FF2B5EF4-FFF2-40B4-BE49-F238E27FC236}">
                <a16:creationId xmlns:a16="http://schemas.microsoft.com/office/drawing/2014/main" id="{F23796B9-EFAD-464E-B54C-F2085D279C6C}"/>
              </a:ext>
            </a:extLst>
          </p:cNvPr>
          <p:cNvSpPr>
            <a:spLocks/>
          </p:cNvSpPr>
          <p:nvPr userDrawn="1"/>
        </p:nvSpPr>
        <p:spPr>
          <a:xfrm rot="5400000">
            <a:off x="4032001" y="2450381"/>
            <a:ext cx="68397" cy="813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eaLnBrk="1"/>
            <a:endParaRPr lang="en-GB" noProof="0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0630DEB9-4938-44E1-B389-33145B2318FE}"/>
              </a:ext>
            </a:extLst>
          </p:cNvPr>
          <p:cNvSpPr>
            <a:spLocks/>
          </p:cNvSpPr>
          <p:nvPr userDrawn="1"/>
        </p:nvSpPr>
        <p:spPr>
          <a:xfrm rot="5400000">
            <a:off x="10164599" y="4518581"/>
            <a:ext cx="68400" cy="399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eaLnBrk="1"/>
            <a:endParaRPr lang="en-GB" noProof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554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39362661"/>
              </p:ext>
            </p:extLst>
          </p:nvPr>
        </p:nvGraphicFramePr>
        <p:xfrm>
          <a:off x="2119" y="1589"/>
          <a:ext cx="211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96B1D410-3F2D-42FA-B47A-3D9E7AAA025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8350" cy="4030663"/>
          </a:xfrm>
          <a:custGeom>
            <a:avLst/>
            <a:gdLst>
              <a:gd name="connsiteX0" fmla="*/ 10215479 w 12198350"/>
              <a:gd name="connsiteY0" fmla="*/ 263197 h 4030663"/>
              <a:gd name="connsiteX1" fmla="*/ 10215479 w 12198350"/>
              <a:gd name="connsiteY1" fmla="*/ 792687 h 4030663"/>
              <a:gd name="connsiteX2" fmla="*/ 11933140 w 12198350"/>
              <a:gd name="connsiteY2" fmla="*/ 792687 h 4030663"/>
              <a:gd name="connsiteX3" fmla="*/ 11933140 w 12198350"/>
              <a:gd name="connsiteY3" fmla="*/ 263197 h 4030663"/>
              <a:gd name="connsiteX4" fmla="*/ 0 w 12198350"/>
              <a:gd name="connsiteY4" fmla="*/ 0 h 4030663"/>
              <a:gd name="connsiteX5" fmla="*/ 12198350 w 12198350"/>
              <a:gd name="connsiteY5" fmla="*/ 0 h 4030663"/>
              <a:gd name="connsiteX6" fmla="*/ 12198350 w 12198350"/>
              <a:gd name="connsiteY6" fmla="*/ 4030663 h 4030663"/>
              <a:gd name="connsiteX7" fmla="*/ 8191500 w 12198350"/>
              <a:gd name="connsiteY7" fmla="*/ 4030663 h 4030663"/>
              <a:gd name="connsiteX8" fmla="*/ 8191500 w 12198350"/>
              <a:gd name="connsiteY8" fmla="*/ 3671000 h 4030663"/>
              <a:gd name="connsiteX9" fmla="*/ 0 w 12198350"/>
              <a:gd name="connsiteY9" fmla="*/ 3671000 h 4030663"/>
              <a:gd name="connsiteX0" fmla="*/ 10215479 w 12198350"/>
              <a:gd name="connsiteY0" fmla="*/ 263197 h 4030663"/>
              <a:gd name="connsiteX1" fmla="*/ 10215479 w 12198350"/>
              <a:gd name="connsiteY1" fmla="*/ 792687 h 4030663"/>
              <a:gd name="connsiteX2" fmla="*/ 11933140 w 12198350"/>
              <a:gd name="connsiteY2" fmla="*/ 263197 h 4030663"/>
              <a:gd name="connsiteX3" fmla="*/ 10215479 w 12198350"/>
              <a:gd name="connsiteY3" fmla="*/ 263197 h 4030663"/>
              <a:gd name="connsiteX4" fmla="*/ 0 w 12198350"/>
              <a:gd name="connsiteY4" fmla="*/ 0 h 4030663"/>
              <a:gd name="connsiteX5" fmla="*/ 12198350 w 12198350"/>
              <a:gd name="connsiteY5" fmla="*/ 0 h 4030663"/>
              <a:gd name="connsiteX6" fmla="*/ 12198350 w 12198350"/>
              <a:gd name="connsiteY6" fmla="*/ 4030663 h 4030663"/>
              <a:gd name="connsiteX7" fmla="*/ 8191500 w 12198350"/>
              <a:gd name="connsiteY7" fmla="*/ 4030663 h 4030663"/>
              <a:gd name="connsiteX8" fmla="*/ 8191500 w 12198350"/>
              <a:gd name="connsiteY8" fmla="*/ 3671000 h 4030663"/>
              <a:gd name="connsiteX9" fmla="*/ 0 w 12198350"/>
              <a:gd name="connsiteY9" fmla="*/ 3671000 h 4030663"/>
              <a:gd name="connsiteX10" fmla="*/ 0 w 12198350"/>
              <a:gd name="connsiteY10" fmla="*/ 0 h 4030663"/>
              <a:gd name="connsiteX0" fmla="*/ 10215479 w 12198350"/>
              <a:gd name="connsiteY0" fmla="*/ 263197 h 4030663"/>
              <a:gd name="connsiteX1" fmla="*/ 10215479 w 12198350"/>
              <a:gd name="connsiteY1" fmla="*/ 792687 h 4030663"/>
              <a:gd name="connsiteX2" fmla="*/ 10215479 w 12198350"/>
              <a:gd name="connsiteY2" fmla="*/ 263197 h 4030663"/>
              <a:gd name="connsiteX3" fmla="*/ 0 w 12198350"/>
              <a:gd name="connsiteY3" fmla="*/ 0 h 4030663"/>
              <a:gd name="connsiteX4" fmla="*/ 12198350 w 12198350"/>
              <a:gd name="connsiteY4" fmla="*/ 0 h 4030663"/>
              <a:gd name="connsiteX5" fmla="*/ 12198350 w 12198350"/>
              <a:gd name="connsiteY5" fmla="*/ 4030663 h 4030663"/>
              <a:gd name="connsiteX6" fmla="*/ 8191500 w 12198350"/>
              <a:gd name="connsiteY6" fmla="*/ 4030663 h 4030663"/>
              <a:gd name="connsiteX7" fmla="*/ 8191500 w 12198350"/>
              <a:gd name="connsiteY7" fmla="*/ 3671000 h 4030663"/>
              <a:gd name="connsiteX8" fmla="*/ 0 w 12198350"/>
              <a:gd name="connsiteY8" fmla="*/ 3671000 h 4030663"/>
              <a:gd name="connsiteX9" fmla="*/ 0 w 12198350"/>
              <a:gd name="connsiteY9" fmla="*/ 0 h 4030663"/>
              <a:gd name="connsiteX0" fmla="*/ 0 w 12198350"/>
              <a:gd name="connsiteY0" fmla="*/ 0 h 4030663"/>
              <a:gd name="connsiteX1" fmla="*/ 12198350 w 12198350"/>
              <a:gd name="connsiteY1" fmla="*/ 0 h 4030663"/>
              <a:gd name="connsiteX2" fmla="*/ 12198350 w 12198350"/>
              <a:gd name="connsiteY2" fmla="*/ 4030663 h 4030663"/>
              <a:gd name="connsiteX3" fmla="*/ 8191500 w 12198350"/>
              <a:gd name="connsiteY3" fmla="*/ 4030663 h 4030663"/>
              <a:gd name="connsiteX4" fmla="*/ 8191500 w 12198350"/>
              <a:gd name="connsiteY4" fmla="*/ 3671000 h 4030663"/>
              <a:gd name="connsiteX5" fmla="*/ 0 w 12198350"/>
              <a:gd name="connsiteY5" fmla="*/ 3671000 h 4030663"/>
              <a:gd name="connsiteX6" fmla="*/ 0 w 12198350"/>
              <a:gd name="connsiteY6" fmla="*/ 0 h 4030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8350" h="4030663">
                <a:moveTo>
                  <a:pt x="0" y="0"/>
                </a:moveTo>
                <a:lnTo>
                  <a:pt x="12198350" y="0"/>
                </a:lnTo>
                <a:lnTo>
                  <a:pt x="12198350" y="4030663"/>
                </a:lnTo>
                <a:lnTo>
                  <a:pt x="8191500" y="4030663"/>
                </a:lnTo>
                <a:lnTo>
                  <a:pt x="8191500" y="3671000"/>
                </a:lnTo>
                <a:lnTo>
                  <a:pt x="0" y="3671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GB" noProof="0" dirty="0"/>
              <a:t>Please insert an image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endParaRPr lang="en-GB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54038" y="3927884"/>
            <a:ext cx="6140676" cy="1061829"/>
          </a:xfrm>
          <a:noFill/>
        </p:spPr>
        <p:txBody>
          <a:bodyPr wrap="square" lIns="0" tIns="0" rIns="0" bIns="0" anchor="t">
            <a:spAutoFit/>
          </a:bodyPr>
          <a:lstStyle>
            <a:lvl1pPr marL="0" indent="0" rtl="0">
              <a:buNone/>
              <a:defRPr sz="3200" b="0" cap="none" baseline="0">
                <a:solidFill>
                  <a:schemeClr val="tx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noProof="0" dirty="0"/>
              <a:t>Title Slide 3, Inter 32 PT</a:t>
            </a:r>
          </a:p>
          <a:p>
            <a:pPr lvl="0"/>
            <a:r>
              <a:rPr lang="en-GB" noProof="0" dirty="0"/>
              <a:t xml:space="preserve">2nd 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F1176E56-F4D4-4F40-883F-FBCE8E78F3D7}"/>
              </a:ext>
            </a:extLst>
          </p:cNvPr>
          <p:cNvGrpSpPr/>
          <p:nvPr userDrawn="1"/>
        </p:nvGrpSpPr>
        <p:grpSpPr>
          <a:xfrm>
            <a:off x="-381198" y="-288131"/>
            <a:ext cx="12990396" cy="7454900"/>
            <a:chOff x="-381198" y="-288131"/>
            <a:chExt cx="12990396" cy="7454900"/>
          </a:xfrm>
        </p:grpSpPr>
        <p:cxnSp>
          <p:nvCxnSpPr>
            <p:cNvPr id="28" name="Gerade Verbindung 43">
              <a:extLst>
                <a:ext uri="{FF2B5EF4-FFF2-40B4-BE49-F238E27FC236}">
                  <a16:creationId xmlns:a16="http://schemas.microsoft.com/office/drawing/2014/main" id="{A5DBD71B-DB85-4490-A663-E9FD63654597}"/>
                </a:ext>
              </a:extLst>
            </p:cNvPr>
            <p:cNvCxnSpPr/>
            <p:nvPr/>
          </p:nvCxnSpPr>
          <p:spPr bwMode="gray">
            <a:xfrm flipH="1">
              <a:off x="12338124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11">
              <a:extLst>
                <a:ext uri="{FF2B5EF4-FFF2-40B4-BE49-F238E27FC236}">
                  <a16:creationId xmlns:a16="http://schemas.microsoft.com/office/drawing/2014/main" id="{E6D4ED3B-6E99-4F3E-BF79-A0D6A5753362}"/>
                </a:ext>
              </a:extLst>
            </p:cNvPr>
            <p:cNvCxnSpPr/>
            <p:nvPr userDrawn="1"/>
          </p:nvCxnSpPr>
          <p:spPr bwMode="gray">
            <a:xfrm flipH="1">
              <a:off x="-381198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35">
              <a:extLst>
                <a:ext uri="{FF2B5EF4-FFF2-40B4-BE49-F238E27FC236}">
                  <a16:creationId xmlns:a16="http://schemas.microsoft.com/office/drawing/2014/main" id="{8751C487-866B-4BBB-99F5-F428C60D8E5F}"/>
                </a:ext>
              </a:extLst>
            </p:cNvPr>
            <p:cNvCxnSpPr/>
            <p:nvPr userDrawn="1"/>
          </p:nvCxnSpPr>
          <p:spPr bwMode="gray">
            <a:xfrm flipH="1">
              <a:off x="-381198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36">
              <a:extLst>
                <a:ext uri="{FF2B5EF4-FFF2-40B4-BE49-F238E27FC236}">
                  <a16:creationId xmlns:a16="http://schemas.microsoft.com/office/drawing/2014/main" id="{40A7BC6B-B7DF-47FA-9BF3-88850687EC5D}"/>
                </a:ext>
              </a:extLst>
            </p:cNvPr>
            <p:cNvCxnSpPr/>
            <p:nvPr userDrawn="1"/>
          </p:nvCxnSpPr>
          <p:spPr bwMode="gray">
            <a:xfrm flipH="1">
              <a:off x="-381198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37">
              <a:extLst>
                <a:ext uri="{FF2B5EF4-FFF2-40B4-BE49-F238E27FC236}">
                  <a16:creationId xmlns:a16="http://schemas.microsoft.com/office/drawing/2014/main" id="{4C481A39-FFAC-495D-91C6-0771F09EDE44}"/>
                </a:ext>
              </a:extLst>
            </p:cNvPr>
            <p:cNvCxnSpPr/>
            <p:nvPr userDrawn="1"/>
          </p:nvCxnSpPr>
          <p:spPr bwMode="gray">
            <a:xfrm flipH="1">
              <a:off x="-381198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38">
              <a:extLst>
                <a:ext uri="{FF2B5EF4-FFF2-40B4-BE49-F238E27FC236}">
                  <a16:creationId xmlns:a16="http://schemas.microsoft.com/office/drawing/2014/main" id="{F9D3AFEE-3CA6-4FC7-ABB1-F5A1722CA0C5}"/>
                </a:ext>
              </a:extLst>
            </p:cNvPr>
            <p:cNvCxnSpPr/>
            <p:nvPr userDrawn="1"/>
          </p:nvCxnSpPr>
          <p:spPr bwMode="gray">
            <a:xfrm rot="5400000" flipH="1">
              <a:off x="1666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39">
              <a:extLst>
                <a:ext uri="{FF2B5EF4-FFF2-40B4-BE49-F238E27FC236}">
                  <a16:creationId xmlns:a16="http://schemas.microsoft.com/office/drawing/2014/main" id="{DD02F7A1-6375-4494-BC5F-E492F18956A3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40">
              <a:extLst>
                <a:ext uri="{FF2B5EF4-FFF2-40B4-BE49-F238E27FC236}">
                  <a16:creationId xmlns:a16="http://schemas.microsoft.com/office/drawing/2014/main" id="{ED4675C9-A8D1-4103-BC27-5CD332B9E31F}"/>
                </a:ext>
              </a:extLst>
            </p:cNvPr>
            <p:cNvCxnSpPr/>
            <p:nvPr userDrawn="1"/>
          </p:nvCxnSpPr>
          <p:spPr bwMode="gray">
            <a:xfrm flipH="1">
              <a:off x="12338124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41">
              <a:extLst>
                <a:ext uri="{FF2B5EF4-FFF2-40B4-BE49-F238E27FC236}">
                  <a16:creationId xmlns:a16="http://schemas.microsoft.com/office/drawing/2014/main" id="{E78EEFFD-9C10-4F7A-9F46-A4D748B8BB18}"/>
                </a:ext>
              </a:extLst>
            </p:cNvPr>
            <p:cNvCxnSpPr/>
            <p:nvPr userDrawn="1"/>
          </p:nvCxnSpPr>
          <p:spPr bwMode="gray">
            <a:xfrm flipH="1">
              <a:off x="12338124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42">
              <a:extLst>
                <a:ext uri="{FF2B5EF4-FFF2-40B4-BE49-F238E27FC236}">
                  <a16:creationId xmlns:a16="http://schemas.microsoft.com/office/drawing/2014/main" id="{07256D4B-079C-4D12-8BA0-8449CC728874}"/>
                </a:ext>
              </a:extLst>
            </p:cNvPr>
            <p:cNvCxnSpPr/>
            <p:nvPr userDrawn="1"/>
          </p:nvCxnSpPr>
          <p:spPr bwMode="gray">
            <a:xfrm flipH="1">
              <a:off x="12338124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44">
              <a:extLst>
                <a:ext uri="{FF2B5EF4-FFF2-40B4-BE49-F238E27FC236}">
                  <a16:creationId xmlns:a16="http://schemas.microsoft.com/office/drawing/2014/main" id="{1E68333A-761B-4232-820F-06CC02633F4D}"/>
                </a:ext>
              </a:extLst>
            </p:cNvPr>
            <p:cNvCxnSpPr/>
            <p:nvPr userDrawn="1"/>
          </p:nvCxnSpPr>
          <p:spPr bwMode="gray">
            <a:xfrm rot="5400000" flipH="1">
              <a:off x="168276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45">
              <a:extLst>
                <a:ext uri="{FF2B5EF4-FFF2-40B4-BE49-F238E27FC236}">
                  <a16:creationId xmlns:a16="http://schemas.microsoft.com/office/drawing/2014/main" id="{11D64423-3B30-4178-9D6E-E4545099F1FB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47">
              <a:extLst>
                <a:ext uri="{FF2B5EF4-FFF2-40B4-BE49-F238E27FC236}">
                  <a16:creationId xmlns:a16="http://schemas.microsoft.com/office/drawing/2014/main" id="{34530A6A-47C9-4D0A-A8AC-0AD9E73E31DD}"/>
                </a:ext>
              </a:extLst>
            </p:cNvPr>
            <p:cNvCxnSpPr/>
            <p:nvPr userDrawn="1"/>
          </p:nvCxnSpPr>
          <p:spPr bwMode="gray">
            <a:xfrm rot="5400000" flipH="1">
              <a:off x="59313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49">
              <a:extLst>
                <a:ext uri="{FF2B5EF4-FFF2-40B4-BE49-F238E27FC236}">
                  <a16:creationId xmlns:a16="http://schemas.microsoft.com/office/drawing/2014/main" id="{A2B8864B-7337-4E9D-8338-8DBC26E16D26}"/>
                </a:ext>
              </a:extLst>
            </p:cNvPr>
            <p:cNvCxnSpPr/>
            <p:nvPr userDrawn="1"/>
          </p:nvCxnSpPr>
          <p:spPr bwMode="gray">
            <a:xfrm rot="5400000" flipH="1">
              <a:off x="6111082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59">
              <a:extLst>
                <a:ext uri="{FF2B5EF4-FFF2-40B4-BE49-F238E27FC236}">
                  <a16:creationId xmlns:a16="http://schemas.microsoft.com/office/drawing/2014/main" id="{7443D3EC-29A1-426D-9C6F-E7DEC14749D0}"/>
                </a:ext>
              </a:extLst>
            </p:cNvPr>
            <p:cNvCxnSpPr/>
            <p:nvPr userDrawn="1"/>
          </p:nvCxnSpPr>
          <p:spPr bwMode="gray">
            <a:xfrm rot="5400000" flipH="1">
              <a:off x="9849494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60">
              <a:extLst>
                <a:ext uri="{FF2B5EF4-FFF2-40B4-BE49-F238E27FC236}">
                  <a16:creationId xmlns:a16="http://schemas.microsoft.com/office/drawing/2014/main" id="{12D5BE4B-FB19-4E4F-B95E-23DE9A594E4B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9849494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47">
              <a:extLst>
                <a:ext uri="{FF2B5EF4-FFF2-40B4-BE49-F238E27FC236}">
                  <a16:creationId xmlns:a16="http://schemas.microsoft.com/office/drawing/2014/main" id="{EFBE4775-1A45-40FE-8D61-7FDECA25B8E0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5931388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49">
              <a:extLst>
                <a:ext uri="{FF2B5EF4-FFF2-40B4-BE49-F238E27FC236}">
                  <a16:creationId xmlns:a16="http://schemas.microsoft.com/office/drawing/2014/main" id="{C69DE1E5-2928-4227-9F94-AE7A7D816D99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6111082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platzhalter 3">
            <a:extLst>
              <a:ext uri="{FF2B5EF4-FFF2-40B4-BE49-F238E27FC236}">
                <a16:creationId xmlns:a16="http://schemas.microsoft.com/office/drawing/2014/main" id="{62607DD7-FD68-423F-8CAD-9C36FF1605D4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54038" y="5557305"/>
            <a:ext cx="5693569" cy="215444"/>
          </a:xfrm>
          <a:noFill/>
        </p:spPr>
        <p:txBody>
          <a:bodyPr wrap="square" lIns="0" tIns="0" rIns="0" bIns="0" anchor="t">
            <a:spAutoFit/>
          </a:bodyPr>
          <a:lstStyle>
            <a:lvl1pPr marL="0" indent="0" rtl="0">
              <a:buNone/>
              <a:defRPr sz="1400" b="0" i="1" cap="none" baseline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GB" noProof="0" dirty="0"/>
              <a:t>Ort, Datum, Name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46A62BB1-0DA7-4E41-9F7A-6C2CFE54250E}"/>
              </a:ext>
            </a:extLst>
          </p:cNvPr>
          <p:cNvSpPr>
            <a:spLocks/>
          </p:cNvSpPr>
          <p:nvPr userDrawn="1"/>
        </p:nvSpPr>
        <p:spPr>
          <a:xfrm rot="5400000">
            <a:off x="4032001" y="2450381"/>
            <a:ext cx="68397" cy="813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eaLnBrk="1"/>
            <a:endParaRPr lang="en-GB" noProof="0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F21BA462-2946-4163-B2CE-B44C8E5721B7}"/>
              </a:ext>
            </a:extLst>
          </p:cNvPr>
          <p:cNvSpPr>
            <a:spLocks/>
          </p:cNvSpPr>
          <p:nvPr userDrawn="1"/>
        </p:nvSpPr>
        <p:spPr>
          <a:xfrm rot="5400000">
            <a:off x="10164599" y="4518581"/>
            <a:ext cx="68400" cy="399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eaLnBrk="1"/>
            <a:endParaRPr lang="en-GB" noProof="0"/>
          </a:p>
        </p:txBody>
      </p:sp>
      <p:sp>
        <p:nvSpPr>
          <p:cNvPr id="54" name="AutoShape 4">
            <a:extLst>
              <a:ext uri="{FF2B5EF4-FFF2-40B4-BE49-F238E27FC236}">
                <a16:creationId xmlns:a16="http://schemas.microsoft.com/office/drawing/2014/main" id="{510C1027-9FFF-4D5E-B4B5-42C2FFFB5EA3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0253602" y="1306536"/>
            <a:ext cx="1641415" cy="453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 noProof="0"/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6E60C0FD-9DE6-3F95-81D5-587ABDA1CE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038" y="5142331"/>
            <a:ext cx="5693569" cy="308177"/>
          </a:xfrm>
        </p:spPr>
        <p:txBody>
          <a:bodyPr>
            <a:noAutofit/>
          </a:bodyPr>
          <a:lstStyle>
            <a:lvl1pPr marL="0" indent="0" rtl="0">
              <a:buNone/>
              <a:defRPr sz="1800" baseline="0">
                <a:solidFill>
                  <a:schemeClr val="accent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noProof="0" dirty="0" err="1"/>
              <a:t>Angebot</a:t>
            </a:r>
            <a:r>
              <a:rPr lang="en-GB" noProof="0" dirty="0"/>
              <a:t xml:space="preserve"> für xxx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3032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575C3BDB-B576-48B2-AE93-49CDFF05BF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04895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575C3BDB-B576-48B2-AE93-49CDFF05BF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DEAB546A-4623-4918-B58D-60A4B3B4151A}" type="datetime1">
              <a:rPr lang="en-GB" smtClean="0"/>
              <a:t>30/06/2026</a:t>
            </a:fld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3F34F986-39A7-46A4-A304-4191AEF775E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10300" y="1386346"/>
            <a:ext cx="5434013" cy="4957302"/>
          </a:xfrm>
          <a:solidFill>
            <a:schemeClr val="bg2"/>
          </a:solidFill>
        </p:spPr>
        <p:txBody>
          <a:bodyPr tIns="0" anchor="ctr" anchorCtr="0"/>
          <a:lstStyle>
            <a:lvl1pPr marL="0" indent="0" algn="ctr" rtl="0">
              <a:buNone/>
              <a:defRPr/>
            </a:lvl1pPr>
          </a:lstStyle>
          <a:p>
            <a:r>
              <a:rPr lang="en-GB" noProof="0"/>
              <a:t>Please insert an image</a:t>
            </a:r>
            <a:br>
              <a:rPr lang="en-GB" noProof="0"/>
            </a:br>
            <a:br>
              <a:rPr lang="en-GB" noProof="0"/>
            </a:br>
            <a:br>
              <a:rPr lang="en-GB" noProof="0"/>
            </a:br>
            <a:br>
              <a:rPr lang="en-GB" noProof="0"/>
            </a:br>
            <a:endParaRPr lang="en-GB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82A6072-B13B-43BA-A79F-CF97EEA98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dirty="0"/>
              <a:t xml:space="preserve">Agenda with Picture, </a:t>
            </a:r>
            <a:r>
              <a:rPr lang="en-GB" noProof="0" dirty="0"/>
              <a:t>Arial Narrow 24pt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279E223-46F6-4E19-8B22-F889A9818D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3088" y="1026974"/>
            <a:ext cx="9682161" cy="276999"/>
          </a:xfrm>
        </p:spPr>
        <p:txBody>
          <a:bodyPr wrap="square" lIns="0" tIns="0" rIns="0" bIns="0">
            <a:spAutoFit/>
          </a:bodyPr>
          <a:lstStyle>
            <a:lvl1pPr marL="0" indent="0" rtl="0">
              <a:buFont typeface="Arial" panose="020B0604020202020204" pitchFamily="34" charset="0"/>
              <a:buNone/>
              <a:defRPr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Subheading, Arial Regular 16pt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29FC78D0-1F5F-45CE-9E25-4B3F99739E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413" y="1386346"/>
            <a:ext cx="260931" cy="276999"/>
          </a:xfrm>
        </p:spPr>
        <p:txBody>
          <a:bodyPr wrap="square">
            <a:spAutoFit/>
          </a:bodyPr>
          <a:lstStyle>
            <a:lvl1pPr marL="0" indent="0" algn="r" rtl="0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X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8D91C1AB-433E-43D5-B652-FF20FA6FFD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9175" y="1386346"/>
            <a:ext cx="4575536" cy="630942"/>
          </a:xfrm>
        </p:spPr>
        <p:txBody>
          <a:bodyPr wrap="none" anchor="t" anchorCtr="0">
            <a:noAutofit/>
          </a:bodyPr>
          <a:lstStyle>
            <a:lvl1pPr marL="0" indent="0" rtl="0">
              <a:buNone/>
              <a:defRPr sz="1800"/>
            </a:lvl1pPr>
          </a:lstStyle>
          <a:p>
            <a:pPr lvl="0"/>
            <a:r>
              <a:rPr lang="en-GB" noProof="0" dirty="0"/>
              <a:t>Chapter name</a:t>
            </a:r>
            <a:br>
              <a:rPr lang="en-GB" noProof="0" dirty="0"/>
            </a:br>
            <a:r>
              <a:rPr lang="en-GB" noProof="0" dirty="0"/>
              <a:t>Two lines possible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C69CE896-E8D6-4807-B676-5834EF70E7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9175" y="5533844"/>
            <a:ext cx="4575536" cy="630942"/>
          </a:xfrm>
        </p:spPr>
        <p:txBody>
          <a:bodyPr wrap="none" anchor="t" anchorCtr="0">
            <a:noAutofit/>
          </a:bodyPr>
          <a:lstStyle>
            <a:lvl1pPr marL="0" indent="0" rtl="0">
              <a:buNone/>
              <a:defRPr sz="1800"/>
            </a:lvl1pPr>
          </a:lstStyle>
          <a:p>
            <a:pPr lvl="0"/>
            <a:r>
              <a:rPr lang="en-GB" noProof="0"/>
              <a:t>Chapter name</a:t>
            </a:r>
            <a:br>
              <a:rPr lang="en-GB" noProof="0"/>
            </a:br>
            <a:r>
              <a:rPr lang="en-GB" noProof="0"/>
              <a:t>Two lines possible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92FD54BD-62E7-4A80-8154-40F8B4858D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413" y="5533846"/>
            <a:ext cx="260931" cy="276999"/>
          </a:xfrm>
        </p:spPr>
        <p:txBody>
          <a:bodyPr wrap="square">
            <a:spAutoFit/>
          </a:bodyPr>
          <a:lstStyle>
            <a:lvl1pPr marL="0" indent="0" algn="r" rtl="0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X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D3003A34-8F08-4C69-B393-CAE2F63B4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9175" y="2215846"/>
            <a:ext cx="4575536" cy="630942"/>
          </a:xfrm>
        </p:spPr>
        <p:txBody>
          <a:bodyPr wrap="none" anchor="t" anchorCtr="0">
            <a:noAutofit/>
          </a:bodyPr>
          <a:lstStyle>
            <a:lvl1pPr marL="0" indent="0" rtl="0">
              <a:buNone/>
              <a:defRPr sz="1800"/>
            </a:lvl1pPr>
          </a:lstStyle>
          <a:p>
            <a:pPr lvl="0"/>
            <a:r>
              <a:rPr lang="en-GB" noProof="0" dirty="0"/>
              <a:t>Chapter name</a:t>
            </a:r>
            <a:br>
              <a:rPr lang="en-GB" noProof="0" dirty="0"/>
            </a:br>
            <a:r>
              <a:rPr lang="en-GB" noProof="0" dirty="0"/>
              <a:t>Two lines possible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DB02208-D528-4FCB-A4C1-9CB7F7F663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413" y="2215846"/>
            <a:ext cx="260931" cy="276999"/>
          </a:xfrm>
        </p:spPr>
        <p:txBody>
          <a:bodyPr wrap="square">
            <a:spAutoFit/>
          </a:bodyPr>
          <a:lstStyle>
            <a:lvl1pPr marL="0" indent="0" algn="r" rtl="0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X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1C723DB-3B59-4B97-88C7-483B7D894A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19175" y="3045346"/>
            <a:ext cx="4575536" cy="630942"/>
          </a:xfrm>
        </p:spPr>
        <p:txBody>
          <a:bodyPr wrap="none" anchor="t" anchorCtr="0">
            <a:noAutofit/>
          </a:bodyPr>
          <a:lstStyle>
            <a:lvl1pPr marL="0" indent="0" rtl="0">
              <a:buNone/>
              <a:defRPr sz="1800"/>
            </a:lvl1pPr>
          </a:lstStyle>
          <a:p>
            <a:pPr lvl="0"/>
            <a:r>
              <a:rPr lang="en-GB" noProof="0"/>
              <a:t>Chapter name</a:t>
            </a:r>
            <a:br>
              <a:rPr lang="en-GB" noProof="0"/>
            </a:br>
            <a:r>
              <a:rPr lang="en-GB" noProof="0"/>
              <a:t>Two lines possible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7AFF0EE7-3A49-4A17-9409-B33B8EBA47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413" y="3874846"/>
            <a:ext cx="260931" cy="276999"/>
          </a:xfrm>
        </p:spPr>
        <p:txBody>
          <a:bodyPr wrap="square">
            <a:spAutoFit/>
          </a:bodyPr>
          <a:lstStyle>
            <a:lvl1pPr marL="0" indent="0" algn="r" rtl="0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X</a:t>
            </a:r>
          </a:p>
        </p:txBody>
      </p:sp>
      <p:sp>
        <p:nvSpPr>
          <p:cNvPr id="41" name="Textplatzhalter 6">
            <a:extLst>
              <a:ext uri="{FF2B5EF4-FFF2-40B4-BE49-F238E27FC236}">
                <a16:creationId xmlns:a16="http://schemas.microsoft.com/office/drawing/2014/main" id="{D6335046-619F-4466-B53B-C804BFBAB27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9175" y="3874846"/>
            <a:ext cx="4575536" cy="630942"/>
          </a:xfrm>
        </p:spPr>
        <p:txBody>
          <a:bodyPr wrap="none" anchor="t" anchorCtr="0">
            <a:noAutofit/>
          </a:bodyPr>
          <a:lstStyle>
            <a:lvl1pPr marL="0" indent="0" rtl="0">
              <a:buNone/>
              <a:defRPr sz="1800"/>
            </a:lvl1pPr>
          </a:lstStyle>
          <a:p>
            <a:pPr lvl="0"/>
            <a:r>
              <a:rPr lang="en-GB" noProof="0" dirty="0"/>
              <a:t>Chapter name</a:t>
            </a:r>
            <a:br>
              <a:rPr lang="en-GB" noProof="0" dirty="0"/>
            </a:br>
            <a:r>
              <a:rPr lang="en-GB" noProof="0" dirty="0"/>
              <a:t>Two lines possible</a:t>
            </a:r>
          </a:p>
        </p:txBody>
      </p:sp>
      <p:sp>
        <p:nvSpPr>
          <p:cNvPr id="42" name="Textplatzhalter 6">
            <a:extLst>
              <a:ext uri="{FF2B5EF4-FFF2-40B4-BE49-F238E27FC236}">
                <a16:creationId xmlns:a16="http://schemas.microsoft.com/office/drawing/2014/main" id="{6EA500B1-372A-4A93-BE34-CBDE7C0A37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9175" y="4704346"/>
            <a:ext cx="4575536" cy="630942"/>
          </a:xfrm>
        </p:spPr>
        <p:txBody>
          <a:bodyPr wrap="none" anchor="t" anchorCtr="0">
            <a:noAutofit/>
          </a:bodyPr>
          <a:lstStyle>
            <a:lvl1pPr marL="0" indent="0" rtl="0">
              <a:buNone/>
              <a:defRPr sz="1800"/>
            </a:lvl1pPr>
          </a:lstStyle>
          <a:p>
            <a:pPr lvl="0"/>
            <a:r>
              <a:rPr lang="en-GB" noProof="0"/>
              <a:t>Chapter name</a:t>
            </a:r>
            <a:br>
              <a:rPr lang="en-GB" noProof="0"/>
            </a:br>
            <a:r>
              <a:rPr lang="en-GB" noProof="0"/>
              <a:t>Two lines possible</a:t>
            </a:r>
          </a:p>
        </p:txBody>
      </p:sp>
      <p:sp>
        <p:nvSpPr>
          <p:cNvPr id="43" name="Textplatzhalter 6">
            <a:extLst>
              <a:ext uri="{FF2B5EF4-FFF2-40B4-BE49-F238E27FC236}">
                <a16:creationId xmlns:a16="http://schemas.microsoft.com/office/drawing/2014/main" id="{2AA03520-112B-40A6-AA8C-99DE9229A75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413" y="4704346"/>
            <a:ext cx="260931" cy="276999"/>
          </a:xfrm>
        </p:spPr>
        <p:txBody>
          <a:bodyPr wrap="square">
            <a:spAutoFit/>
          </a:bodyPr>
          <a:lstStyle>
            <a:lvl1pPr marL="0" indent="0" algn="r" rtl="0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X</a:t>
            </a:r>
          </a:p>
        </p:txBody>
      </p:sp>
      <p:sp>
        <p:nvSpPr>
          <p:cNvPr id="44" name="Textplatzhalter 6">
            <a:extLst>
              <a:ext uri="{FF2B5EF4-FFF2-40B4-BE49-F238E27FC236}">
                <a16:creationId xmlns:a16="http://schemas.microsoft.com/office/drawing/2014/main" id="{BDFA1BFD-CD21-4757-AB17-A1399B6742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3413" y="3045346"/>
            <a:ext cx="260931" cy="276999"/>
          </a:xfrm>
        </p:spPr>
        <p:txBody>
          <a:bodyPr wrap="square">
            <a:spAutoFit/>
          </a:bodyPr>
          <a:lstStyle>
            <a:lvl1pPr marL="0" indent="0" algn="r" rtl="0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1900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1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04192499"/>
              </p:ext>
            </p:extLst>
          </p:nvPr>
        </p:nvGraphicFramePr>
        <p:xfrm>
          <a:off x="2119" y="1589"/>
          <a:ext cx="211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platzhalter 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9114" y="3852316"/>
            <a:ext cx="11418886" cy="553998"/>
          </a:xfrm>
          <a:noFill/>
        </p:spPr>
        <p:txBody>
          <a:bodyPr wrap="square" lIns="0" tIns="0" rIns="0" bIns="0">
            <a:spAutoFit/>
          </a:bodyPr>
          <a:lstStyle>
            <a:lvl1pPr marL="0" indent="0" rtl="0">
              <a:buNone/>
              <a:defRPr sz="3600" b="0" cap="none" baseline="0">
                <a:solidFill>
                  <a:schemeClr val="tx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noProof="0" dirty="0"/>
              <a:t>Chapter Slide, Arial Narrow 36pt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E4F22DB2-539B-4891-BCF6-26442E248326}"/>
              </a:ext>
            </a:extLst>
          </p:cNvPr>
          <p:cNvGrpSpPr/>
          <p:nvPr userDrawn="1"/>
        </p:nvGrpSpPr>
        <p:grpSpPr>
          <a:xfrm>
            <a:off x="-381198" y="-288131"/>
            <a:ext cx="12990396" cy="7454900"/>
            <a:chOff x="-381198" y="-288131"/>
            <a:chExt cx="12990396" cy="7454900"/>
          </a:xfrm>
        </p:grpSpPr>
        <p:cxnSp>
          <p:nvCxnSpPr>
            <p:cNvPr id="40" name="Gerade Verbindung 43">
              <a:extLst>
                <a:ext uri="{FF2B5EF4-FFF2-40B4-BE49-F238E27FC236}">
                  <a16:creationId xmlns:a16="http://schemas.microsoft.com/office/drawing/2014/main" id="{6EEB2693-E4A3-48B0-82D8-7436541F8AA2}"/>
                </a:ext>
              </a:extLst>
            </p:cNvPr>
            <p:cNvCxnSpPr/>
            <p:nvPr/>
          </p:nvCxnSpPr>
          <p:spPr bwMode="gray">
            <a:xfrm flipH="1">
              <a:off x="12338124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11">
              <a:extLst>
                <a:ext uri="{FF2B5EF4-FFF2-40B4-BE49-F238E27FC236}">
                  <a16:creationId xmlns:a16="http://schemas.microsoft.com/office/drawing/2014/main" id="{AB8016A9-A0CD-4B65-88BA-9194AEB7F0F3}"/>
                </a:ext>
              </a:extLst>
            </p:cNvPr>
            <p:cNvCxnSpPr/>
            <p:nvPr userDrawn="1"/>
          </p:nvCxnSpPr>
          <p:spPr bwMode="gray">
            <a:xfrm flipH="1">
              <a:off x="-381198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35">
              <a:extLst>
                <a:ext uri="{FF2B5EF4-FFF2-40B4-BE49-F238E27FC236}">
                  <a16:creationId xmlns:a16="http://schemas.microsoft.com/office/drawing/2014/main" id="{B1179D69-D1CE-4AE5-A355-83C865465DBE}"/>
                </a:ext>
              </a:extLst>
            </p:cNvPr>
            <p:cNvCxnSpPr/>
            <p:nvPr userDrawn="1"/>
          </p:nvCxnSpPr>
          <p:spPr bwMode="gray">
            <a:xfrm flipH="1">
              <a:off x="-381198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36">
              <a:extLst>
                <a:ext uri="{FF2B5EF4-FFF2-40B4-BE49-F238E27FC236}">
                  <a16:creationId xmlns:a16="http://schemas.microsoft.com/office/drawing/2014/main" id="{1E3C6CFA-A462-48B0-A143-BA999C0ADC9B}"/>
                </a:ext>
              </a:extLst>
            </p:cNvPr>
            <p:cNvCxnSpPr/>
            <p:nvPr userDrawn="1"/>
          </p:nvCxnSpPr>
          <p:spPr bwMode="gray">
            <a:xfrm flipH="1">
              <a:off x="-381198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37">
              <a:extLst>
                <a:ext uri="{FF2B5EF4-FFF2-40B4-BE49-F238E27FC236}">
                  <a16:creationId xmlns:a16="http://schemas.microsoft.com/office/drawing/2014/main" id="{B07F0D87-88D6-4991-8ED0-4CC79ADB748C}"/>
                </a:ext>
              </a:extLst>
            </p:cNvPr>
            <p:cNvCxnSpPr/>
            <p:nvPr userDrawn="1"/>
          </p:nvCxnSpPr>
          <p:spPr bwMode="gray">
            <a:xfrm flipH="1">
              <a:off x="-381198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38">
              <a:extLst>
                <a:ext uri="{FF2B5EF4-FFF2-40B4-BE49-F238E27FC236}">
                  <a16:creationId xmlns:a16="http://schemas.microsoft.com/office/drawing/2014/main" id="{CC28FFFB-0D68-495C-BCA9-42E3EAE8ED9C}"/>
                </a:ext>
              </a:extLst>
            </p:cNvPr>
            <p:cNvCxnSpPr/>
            <p:nvPr userDrawn="1"/>
          </p:nvCxnSpPr>
          <p:spPr bwMode="gray">
            <a:xfrm rot="5400000" flipH="1">
              <a:off x="1666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39">
              <a:extLst>
                <a:ext uri="{FF2B5EF4-FFF2-40B4-BE49-F238E27FC236}">
                  <a16:creationId xmlns:a16="http://schemas.microsoft.com/office/drawing/2014/main" id="{A29D61D8-489E-441D-A0A6-A21BCD62CCEB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40">
              <a:extLst>
                <a:ext uri="{FF2B5EF4-FFF2-40B4-BE49-F238E27FC236}">
                  <a16:creationId xmlns:a16="http://schemas.microsoft.com/office/drawing/2014/main" id="{C252A42C-820B-4170-918B-AAA79A5CF79C}"/>
                </a:ext>
              </a:extLst>
            </p:cNvPr>
            <p:cNvCxnSpPr/>
            <p:nvPr userDrawn="1"/>
          </p:nvCxnSpPr>
          <p:spPr bwMode="gray">
            <a:xfrm flipH="1">
              <a:off x="12338124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41">
              <a:extLst>
                <a:ext uri="{FF2B5EF4-FFF2-40B4-BE49-F238E27FC236}">
                  <a16:creationId xmlns:a16="http://schemas.microsoft.com/office/drawing/2014/main" id="{6247AED4-9E98-4E51-8AA2-B83BE3255226}"/>
                </a:ext>
              </a:extLst>
            </p:cNvPr>
            <p:cNvCxnSpPr/>
            <p:nvPr userDrawn="1"/>
          </p:nvCxnSpPr>
          <p:spPr bwMode="gray">
            <a:xfrm flipH="1">
              <a:off x="12338124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42">
              <a:extLst>
                <a:ext uri="{FF2B5EF4-FFF2-40B4-BE49-F238E27FC236}">
                  <a16:creationId xmlns:a16="http://schemas.microsoft.com/office/drawing/2014/main" id="{9B7C6F2F-43E4-43A6-A613-A455B09E68EE}"/>
                </a:ext>
              </a:extLst>
            </p:cNvPr>
            <p:cNvCxnSpPr/>
            <p:nvPr userDrawn="1"/>
          </p:nvCxnSpPr>
          <p:spPr bwMode="gray">
            <a:xfrm flipH="1">
              <a:off x="12338124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44">
              <a:extLst>
                <a:ext uri="{FF2B5EF4-FFF2-40B4-BE49-F238E27FC236}">
                  <a16:creationId xmlns:a16="http://schemas.microsoft.com/office/drawing/2014/main" id="{B75A02A3-C238-4866-BD5F-A9E0019CBBA7}"/>
                </a:ext>
              </a:extLst>
            </p:cNvPr>
            <p:cNvCxnSpPr/>
            <p:nvPr userDrawn="1"/>
          </p:nvCxnSpPr>
          <p:spPr bwMode="gray">
            <a:xfrm rot="5400000" flipH="1">
              <a:off x="168276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45">
              <a:extLst>
                <a:ext uri="{FF2B5EF4-FFF2-40B4-BE49-F238E27FC236}">
                  <a16:creationId xmlns:a16="http://schemas.microsoft.com/office/drawing/2014/main" id="{6828AE8C-C263-4658-9F2C-05B88363AEB6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47">
              <a:extLst>
                <a:ext uri="{FF2B5EF4-FFF2-40B4-BE49-F238E27FC236}">
                  <a16:creationId xmlns:a16="http://schemas.microsoft.com/office/drawing/2014/main" id="{AE23E513-8675-45FA-96BB-BF2624A4AB7A}"/>
                </a:ext>
              </a:extLst>
            </p:cNvPr>
            <p:cNvCxnSpPr/>
            <p:nvPr userDrawn="1"/>
          </p:nvCxnSpPr>
          <p:spPr bwMode="gray">
            <a:xfrm rot="5400000" flipH="1">
              <a:off x="59313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49">
              <a:extLst>
                <a:ext uri="{FF2B5EF4-FFF2-40B4-BE49-F238E27FC236}">
                  <a16:creationId xmlns:a16="http://schemas.microsoft.com/office/drawing/2014/main" id="{F426E0C5-1295-4A4C-9D38-D229ED495B4B}"/>
                </a:ext>
              </a:extLst>
            </p:cNvPr>
            <p:cNvCxnSpPr/>
            <p:nvPr userDrawn="1"/>
          </p:nvCxnSpPr>
          <p:spPr bwMode="gray">
            <a:xfrm rot="5400000" flipH="1">
              <a:off x="6111082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59">
              <a:extLst>
                <a:ext uri="{FF2B5EF4-FFF2-40B4-BE49-F238E27FC236}">
                  <a16:creationId xmlns:a16="http://schemas.microsoft.com/office/drawing/2014/main" id="{E1FC6691-6A40-4EF1-A01E-417204294B63}"/>
                </a:ext>
              </a:extLst>
            </p:cNvPr>
            <p:cNvCxnSpPr/>
            <p:nvPr userDrawn="1"/>
          </p:nvCxnSpPr>
          <p:spPr bwMode="gray">
            <a:xfrm rot="5400000" flipH="1">
              <a:off x="9849494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60">
              <a:extLst>
                <a:ext uri="{FF2B5EF4-FFF2-40B4-BE49-F238E27FC236}">
                  <a16:creationId xmlns:a16="http://schemas.microsoft.com/office/drawing/2014/main" id="{C2F0E845-DA6A-4AFD-8A28-31E3B5FBF1FF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9849494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47">
              <a:extLst>
                <a:ext uri="{FF2B5EF4-FFF2-40B4-BE49-F238E27FC236}">
                  <a16:creationId xmlns:a16="http://schemas.microsoft.com/office/drawing/2014/main" id="{933C9A7A-5786-49E7-A96B-10114F35C9E9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5931388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49">
              <a:extLst>
                <a:ext uri="{FF2B5EF4-FFF2-40B4-BE49-F238E27FC236}">
                  <a16:creationId xmlns:a16="http://schemas.microsoft.com/office/drawing/2014/main" id="{9598C2B8-1F53-4E0D-BC2C-FDDB318E0307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6111082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hteck 33">
            <a:extLst>
              <a:ext uri="{FF2B5EF4-FFF2-40B4-BE49-F238E27FC236}">
                <a16:creationId xmlns:a16="http://schemas.microsoft.com/office/drawing/2014/main" id="{76276D89-8229-4319-828B-80E44F31C8EC}"/>
              </a:ext>
            </a:extLst>
          </p:cNvPr>
          <p:cNvSpPr>
            <a:spLocks/>
          </p:cNvSpPr>
          <p:nvPr userDrawn="1"/>
        </p:nvSpPr>
        <p:spPr>
          <a:xfrm rot="5400000">
            <a:off x="4032001" y="2450381"/>
            <a:ext cx="68397" cy="813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eaLnBrk="1"/>
            <a:endParaRPr lang="en-GB" noProof="0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4D0075F4-6C79-4C92-822B-AC679BC65A4E}"/>
              </a:ext>
            </a:extLst>
          </p:cNvPr>
          <p:cNvSpPr>
            <a:spLocks/>
          </p:cNvSpPr>
          <p:nvPr userDrawn="1"/>
        </p:nvSpPr>
        <p:spPr>
          <a:xfrm rot="5400000">
            <a:off x="10164599" y="4518581"/>
            <a:ext cx="68400" cy="399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eaLnBrk="1"/>
            <a:endParaRPr lang="en-GB" noProof="0"/>
          </a:p>
        </p:txBody>
      </p:sp>
      <p:pic>
        <p:nvPicPr>
          <p:cNvPr id="3" name="Grafik 2" descr="Ein Bild, das Schrift, Grafiken, Screenshot, Grafikdesign enthält.  KI-generierte Inhalte können fehlerhaft sein.">
            <a:extLst>
              <a:ext uri="{FF2B5EF4-FFF2-40B4-BE49-F238E27FC236}">
                <a16:creationId xmlns:a16="http://schemas.microsoft.com/office/drawing/2014/main" id="{7FFA1089-77FA-7D92-0692-3E7AD53B9F3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634" y="376640"/>
            <a:ext cx="1308679" cy="5565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8230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04040769"/>
              </p:ext>
            </p:extLst>
          </p:nvPr>
        </p:nvGraphicFramePr>
        <p:xfrm>
          <a:off x="2119" y="1589"/>
          <a:ext cx="211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platzhalter 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683500" y="3239833"/>
            <a:ext cx="3358393" cy="626701"/>
          </a:xfrm>
          <a:noFill/>
        </p:spPr>
        <p:txBody>
          <a:bodyPr wrap="none" lIns="108000" tIns="36000" rIns="108000" bIns="36000">
            <a:spAutoFit/>
          </a:bodyPr>
          <a:lstStyle>
            <a:lvl1pPr marL="0" indent="0" rtl="0">
              <a:buNone/>
              <a:defRPr sz="3600" b="0" cap="none" baseline="0">
                <a:solidFill>
                  <a:schemeClr val="accent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noProof="0" dirty="0"/>
              <a:t>Chapter Slide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E4F22DB2-539B-4891-BCF6-26442E248326}"/>
              </a:ext>
            </a:extLst>
          </p:cNvPr>
          <p:cNvGrpSpPr/>
          <p:nvPr userDrawn="1"/>
        </p:nvGrpSpPr>
        <p:grpSpPr>
          <a:xfrm>
            <a:off x="-381198" y="-288131"/>
            <a:ext cx="12990396" cy="7454900"/>
            <a:chOff x="-381198" y="-288131"/>
            <a:chExt cx="12990396" cy="7454900"/>
          </a:xfrm>
        </p:grpSpPr>
        <p:cxnSp>
          <p:nvCxnSpPr>
            <p:cNvPr id="40" name="Gerade Verbindung 43">
              <a:extLst>
                <a:ext uri="{FF2B5EF4-FFF2-40B4-BE49-F238E27FC236}">
                  <a16:creationId xmlns:a16="http://schemas.microsoft.com/office/drawing/2014/main" id="{6EEB2693-E4A3-48B0-82D8-7436541F8AA2}"/>
                </a:ext>
              </a:extLst>
            </p:cNvPr>
            <p:cNvCxnSpPr/>
            <p:nvPr/>
          </p:nvCxnSpPr>
          <p:spPr bwMode="gray">
            <a:xfrm flipH="1">
              <a:off x="12338124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11">
              <a:extLst>
                <a:ext uri="{FF2B5EF4-FFF2-40B4-BE49-F238E27FC236}">
                  <a16:creationId xmlns:a16="http://schemas.microsoft.com/office/drawing/2014/main" id="{AB8016A9-A0CD-4B65-88BA-9194AEB7F0F3}"/>
                </a:ext>
              </a:extLst>
            </p:cNvPr>
            <p:cNvCxnSpPr/>
            <p:nvPr userDrawn="1"/>
          </p:nvCxnSpPr>
          <p:spPr bwMode="gray">
            <a:xfrm flipH="1">
              <a:off x="-381198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35">
              <a:extLst>
                <a:ext uri="{FF2B5EF4-FFF2-40B4-BE49-F238E27FC236}">
                  <a16:creationId xmlns:a16="http://schemas.microsoft.com/office/drawing/2014/main" id="{B1179D69-D1CE-4AE5-A355-83C865465DBE}"/>
                </a:ext>
              </a:extLst>
            </p:cNvPr>
            <p:cNvCxnSpPr/>
            <p:nvPr userDrawn="1"/>
          </p:nvCxnSpPr>
          <p:spPr bwMode="gray">
            <a:xfrm flipH="1">
              <a:off x="-381198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36">
              <a:extLst>
                <a:ext uri="{FF2B5EF4-FFF2-40B4-BE49-F238E27FC236}">
                  <a16:creationId xmlns:a16="http://schemas.microsoft.com/office/drawing/2014/main" id="{1E3C6CFA-A462-48B0-A143-BA999C0ADC9B}"/>
                </a:ext>
              </a:extLst>
            </p:cNvPr>
            <p:cNvCxnSpPr/>
            <p:nvPr userDrawn="1"/>
          </p:nvCxnSpPr>
          <p:spPr bwMode="gray">
            <a:xfrm flipH="1">
              <a:off x="-381198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37">
              <a:extLst>
                <a:ext uri="{FF2B5EF4-FFF2-40B4-BE49-F238E27FC236}">
                  <a16:creationId xmlns:a16="http://schemas.microsoft.com/office/drawing/2014/main" id="{B07F0D87-88D6-4991-8ED0-4CC79ADB748C}"/>
                </a:ext>
              </a:extLst>
            </p:cNvPr>
            <p:cNvCxnSpPr/>
            <p:nvPr userDrawn="1"/>
          </p:nvCxnSpPr>
          <p:spPr bwMode="gray">
            <a:xfrm flipH="1">
              <a:off x="-381198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38">
              <a:extLst>
                <a:ext uri="{FF2B5EF4-FFF2-40B4-BE49-F238E27FC236}">
                  <a16:creationId xmlns:a16="http://schemas.microsoft.com/office/drawing/2014/main" id="{CC28FFFB-0D68-495C-BCA9-42E3EAE8ED9C}"/>
                </a:ext>
              </a:extLst>
            </p:cNvPr>
            <p:cNvCxnSpPr/>
            <p:nvPr userDrawn="1"/>
          </p:nvCxnSpPr>
          <p:spPr bwMode="gray">
            <a:xfrm rot="5400000" flipH="1">
              <a:off x="1666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39">
              <a:extLst>
                <a:ext uri="{FF2B5EF4-FFF2-40B4-BE49-F238E27FC236}">
                  <a16:creationId xmlns:a16="http://schemas.microsoft.com/office/drawing/2014/main" id="{A29D61D8-489E-441D-A0A6-A21BCD62CCEB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40">
              <a:extLst>
                <a:ext uri="{FF2B5EF4-FFF2-40B4-BE49-F238E27FC236}">
                  <a16:creationId xmlns:a16="http://schemas.microsoft.com/office/drawing/2014/main" id="{C252A42C-820B-4170-918B-AAA79A5CF79C}"/>
                </a:ext>
              </a:extLst>
            </p:cNvPr>
            <p:cNvCxnSpPr/>
            <p:nvPr userDrawn="1"/>
          </p:nvCxnSpPr>
          <p:spPr bwMode="gray">
            <a:xfrm flipH="1">
              <a:off x="12338124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41">
              <a:extLst>
                <a:ext uri="{FF2B5EF4-FFF2-40B4-BE49-F238E27FC236}">
                  <a16:creationId xmlns:a16="http://schemas.microsoft.com/office/drawing/2014/main" id="{6247AED4-9E98-4E51-8AA2-B83BE3255226}"/>
                </a:ext>
              </a:extLst>
            </p:cNvPr>
            <p:cNvCxnSpPr/>
            <p:nvPr userDrawn="1"/>
          </p:nvCxnSpPr>
          <p:spPr bwMode="gray">
            <a:xfrm flipH="1">
              <a:off x="12338124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42">
              <a:extLst>
                <a:ext uri="{FF2B5EF4-FFF2-40B4-BE49-F238E27FC236}">
                  <a16:creationId xmlns:a16="http://schemas.microsoft.com/office/drawing/2014/main" id="{9B7C6F2F-43E4-43A6-A613-A455B09E68EE}"/>
                </a:ext>
              </a:extLst>
            </p:cNvPr>
            <p:cNvCxnSpPr/>
            <p:nvPr userDrawn="1"/>
          </p:nvCxnSpPr>
          <p:spPr bwMode="gray">
            <a:xfrm flipH="1">
              <a:off x="12338124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44">
              <a:extLst>
                <a:ext uri="{FF2B5EF4-FFF2-40B4-BE49-F238E27FC236}">
                  <a16:creationId xmlns:a16="http://schemas.microsoft.com/office/drawing/2014/main" id="{B75A02A3-C238-4866-BD5F-A9E0019CBBA7}"/>
                </a:ext>
              </a:extLst>
            </p:cNvPr>
            <p:cNvCxnSpPr/>
            <p:nvPr userDrawn="1"/>
          </p:nvCxnSpPr>
          <p:spPr bwMode="gray">
            <a:xfrm rot="5400000" flipH="1">
              <a:off x="168276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45">
              <a:extLst>
                <a:ext uri="{FF2B5EF4-FFF2-40B4-BE49-F238E27FC236}">
                  <a16:creationId xmlns:a16="http://schemas.microsoft.com/office/drawing/2014/main" id="{6828AE8C-C263-4658-9F2C-05B88363AEB6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47">
              <a:extLst>
                <a:ext uri="{FF2B5EF4-FFF2-40B4-BE49-F238E27FC236}">
                  <a16:creationId xmlns:a16="http://schemas.microsoft.com/office/drawing/2014/main" id="{AE23E513-8675-45FA-96BB-BF2624A4AB7A}"/>
                </a:ext>
              </a:extLst>
            </p:cNvPr>
            <p:cNvCxnSpPr/>
            <p:nvPr userDrawn="1"/>
          </p:nvCxnSpPr>
          <p:spPr bwMode="gray">
            <a:xfrm rot="5400000" flipH="1">
              <a:off x="59313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49">
              <a:extLst>
                <a:ext uri="{FF2B5EF4-FFF2-40B4-BE49-F238E27FC236}">
                  <a16:creationId xmlns:a16="http://schemas.microsoft.com/office/drawing/2014/main" id="{F426E0C5-1295-4A4C-9D38-D229ED495B4B}"/>
                </a:ext>
              </a:extLst>
            </p:cNvPr>
            <p:cNvCxnSpPr/>
            <p:nvPr userDrawn="1"/>
          </p:nvCxnSpPr>
          <p:spPr bwMode="gray">
            <a:xfrm rot="5400000" flipH="1">
              <a:off x="6111082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59">
              <a:extLst>
                <a:ext uri="{FF2B5EF4-FFF2-40B4-BE49-F238E27FC236}">
                  <a16:creationId xmlns:a16="http://schemas.microsoft.com/office/drawing/2014/main" id="{E1FC6691-6A40-4EF1-A01E-417204294B63}"/>
                </a:ext>
              </a:extLst>
            </p:cNvPr>
            <p:cNvCxnSpPr/>
            <p:nvPr userDrawn="1"/>
          </p:nvCxnSpPr>
          <p:spPr bwMode="gray">
            <a:xfrm rot="5400000" flipH="1">
              <a:off x="9849494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60">
              <a:extLst>
                <a:ext uri="{FF2B5EF4-FFF2-40B4-BE49-F238E27FC236}">
                  <a16:creationId xmlns:a16="http://schemas.microsoft.com/office/drawing/2014/main" id="{C2F0E845-DA6A-4AFD-8A28-31E3B5FBF1FF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9849494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47">
              <a:extLst>
                <a:ext uri="{FF2B5EF4-FFF2-40B4-BE49-F238E27FC236}">
                  <a16:creationId xmlns:a16="http://schemas.microsoft.com/office/drawing/2014/main" id="{933C9A7A-5786-49E7-A96B-10114F35C9E9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5931388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49">
              <a:extLst>
                <a:ext uri="{FF2B5EF4-FFF2-40B4-BE49-F238E27FC236}">
                  <a16:creationId xmlns:a16="http://schemas.microsoft.com/office/drawing/2014/main" id="{9598C2B8-1F53-4E0D-BC2C-FDDB318E0307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6111082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hteck 33">
            <a:extLst>
              <a:ext uri="{FF2B5EF4-FFF2-40B4-BE49-F238E27FC236}">
                <a16:creationId xmlns:a16="http://schemas.microsoft.com/office/drawing/2014/main" id="{76276D89-8229-4319-828B-80E44F31C8EC}"/>
              </a:ext>
            </a:extLst>
          </p:cNvPr>
          <p:cNvSpPr>
            <a:spLocks/>
          </p:cNvSpPr>
          <p:nvPr userDrawn="1"/>
        </p:nvSpPr>
        <p:spPr>
          <a:xfrm rot="5400000">
            <a:off x="4032001" y="2450381"/>
            <a:ext cx="68397" cy="813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eaLnBrk="1"/>
            <a:endParaRPr lang="en-GB" noProof="0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4D0075F4-6C79-4C92-822B-AC679BC65A4E}"/>
              </a:ext>
            </a:extLst>
          </p:cNvPr>
          <p:cNvSpPr>
            <a:spLocks/>
          </p:cNvSpPr>
          <p:nvPr userDrawn="1"/>
        </p:nvSpPr>
        <p:spPr>
          <a:xfrm rot="5400000">
            <a:off x="10164599" y="4518581"/>
            <a:ext cx="68400" cy="399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eaLnBrk="1"/>
            <a:endParaRPr lang="en-GB" noProof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28506256-9BB1-4254-951B-86A87B1D02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7172538" cy="6343650"/>
          </a:xfrm>
          <a:solidFill>
            <a:schemeClr val="bg2"/>
          </a:solidFill>
        </p:spPr>
        <p:txBody>
          <a:bodyPr anchor="ctr"/>
          <a:lstStyle>
            <a:lvl1pPr marL="0" indent="0" algn="ctr" rtl="0">
              <a:buNone/>
              <a:defRPr/>
            </a:lvl1pPr>
          </a:lstStyle>
          <a:p>
            <a:r>
              <a:rPr lang="en-GB" noProof="0"/>
              <a:t>Please insert an image</a:t>
            </a:r>
            <a:br>
              <a:rPr lang="en-GB" noProof="0"/>
            </a:br>
            <a:br>
              <a:rPr lang="en-GB" noProof="0"/>
            </a:br>
            <a:br>
              <a:rPr lang="en-GB" noProof="0"/>
            </a:br>
            <a:br>
              <a:rPr lang="en-GB" noProof="0"/>
            </a:br>
            <a:endParaRPr lang="en-GB"/>
          </a:p>
        </p:txBody>
      </p:sp>
      <p:sp>
        <p:nvSpPr>
          <p:cNvPr id="59" name="Textplatzhalter 3">
            <a:extLst>
              <a:ext uri="{FF2B5EF4-FFF2-40B4-BE49-F238E27FC236}">
                <a16:creationId xmlns:a16="http://schemas.microsoft.com/office/drawing/2014/main" id="{4C9774D5-C979-4A09-A268-DE6418EAEC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83500" y="3938534"/>
            <a:ext cx="4169512" cy="626701"/>
          </a:xfrm>
          <a:noFill/>
        </p:spPr>
        <p:txBody>
          <a:bodyPr wrap="none" lIns="108000" tIns="36000" rIns="108000" bIns="36000">
            <a:spAutoFit/>
          </a:bodyPr>
          <a:lstStyle>
            <a:lvl1pPr marL="0" indent="0" rtl="0">
              <a:buNone/>
              <a:defRPr sz="3600" b="0" cap="none" baseline="0">
                <a:solidFill>
                  <a:schemeClr val="accent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noProof="0" dirty="0"/>
              <a:t>with Picture Left</a:t>
            </a:r>
          </a:p>
        </p:txBody>
      </p:sp>
      <p:sp>
        <p:nvSpPr>
          <p:cNvPr id="61" name="Textplatzhalter 3">
            <a:extLst>
              <a:ext uri="{FF2B5EF4-FFF2-40B4-BE49-F238E27FC236}">
                <a16:creationId xmlns:a16="http://schemas.microsoft.com/office/drawing/2014/main" id="{2C21A9D6-9E75-45E9-94DB-6D518C5AD9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83500" y="4637235"/>
            <a:ext cx="4307370" cy="626701"/>
          </a:xfrm>
          <a:noFill/>
        </p:spPr>
        <p:txBody>
          <a:bodyPr wrap="none" lIns="108000" tIns="36000" rIns="108000" bIns="36000">
            <a:spAutoFit/>
          </a:bodyPr>
          <a:lstStyle>
            <a:lvl1pPr marL="0" indent="0" rtl="0">
              <a:buNone/>
              <a:defRPr sz="3600" b="0" cap="none" baseline="0">
                <a:solidFill>
                  <a:schemeClr val="accent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noProof="0" dirty="0"/>
              <a:t>Arial Narrow 36pt</a:t>
            </a:r>
          </a:p>
        </p:txBody>
      </p:sp>
      <p:pic>
        <p:nvPicPr>
          <p:cNvPr id="3" name="Grafik 2" descr="Ein Bild, das Schrift, Grafiken, Screenshot, Grafikdesign enthält.  KI-generierte Inhalte können fehlerhaft sein.">
            <a:extLst>
              <a:ext uri="{FF2B5EF4-FFF2-40B4-BE49-F238E27FC236}">
                <a16:creationId xmlns:a16="http://schemas.microsoft.com/office/drawing/2014/main" id="{542DC258-F45E-981C-9109-4E36725ACDA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634" y="376640"/>
            <a:ext cx="1308679" cy="5565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0602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40">
          <p15:clr>
            <a:srgbClr val="FBAE40"/>
          </p15:clr>
        </p15:guide>
        <p15:guide id="2" orient="horz" pos="204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19963325"/>
              </p:ext>
            </p:extLst>
          </p:nvPr>
        </p:nvGraphicFramePr>
        <p:xfrm>
          <a:off x="2119" y="1589"/>
          <a:ext cx="211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Bildplatzhalter 69">
            <a:extLst>
              <a:ext uri="{FF2B5EF4-FFF2-40B4-BE49-F238E27FC236}">
                <a16:creationId xmlns:a16="http://schemas.microsoft.com/office/drawing/2014/main" id="{DF17127A-8AA8-462D-B96D-84CF2C01F66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024261" y="0"/>
            <a:ext cx="7172538" cy="6343650"/>
          </a:xfrm>
          <a:custGeom>
            <a:avLst/>
            <a:gdLst>
              <a:gd name="connsiteX0" fmla="*/ 5191218 w 7172538"/>
              <a:gd name="connsiteY0" fmla="*/ 263197 h 6343650"/>
              <a:gd name="connsiteX1" fmla="*/ 5191218 w 7172538"/>
              <a:gd name="connsiteY1" fmla="*/ 792687 h 6343650"/>
              <a:gd name="connsiteX2" fmla="*/ 6908879 w 7172538"/>
              <a:gd name="connsiteY2" fmla="*/ 792687 h 6343650"/>
              <a:gd name="connsiteX3" fmla="*/ 6908879 w 7172538"/>
              <a:gd name="connsiteY3" fmla="*/ 263197 h 6343650"/>
              <a:gd name="connsiteX4" fmla="*/ 0 w 7172538"/>
              <a:gd name="connsiteY4" fmla="*/ 0 h 6343650"/>
              <a:gd name="connsiteX5" fmla="*/ 7172538 w 7172538"/>
              <a:gd name="connsiteY5" fmla="*/ 0 h 6343650"/>
              <a:gd name="connsiteX6" fmla="*/ 7172538 w 7172538"/>
              <a:gd name="connsiteY6" fmla="*/ 6343650 h 6343650"/>
              <a:gd name="connsiteX7" fmla="*/ 0 w 7172538"/>
              <a:gd name="connsiteY7" fmla="*/ 6343650 h 6343650"/>
              <a:gd name="connsiteX0" fmla="*/ 5191218 w 7172538"/>
              <a:gd name="connsiteY0" fmla="*/ 263197 h 6343650"/>
              <a:gd name="connsiteX1" fmla="*/ 5191218 w 7172538"/>
              <a:gd name="connsiteY1" fmla="*/ 792687 h 6343650"/>
              <a:gd name="connsiteX2" fmla="*/ 6908879 w 7172538"/>
              <a:gd name="connsiteY2" fmla="*/ 792687 h 6343650"/>
              <a:gd name="connsiteX3" fmla="*/ 5191218 w 7172538"/>
              <a:gd name="connsiteY3" fmla="*/ 263197 h 6343650"/>
              <a:gd name="connsiteX4" fmla="*/ 0 w 7172538"/>
              <a:gd name="connsiteY4" fmla="*/ 0 h 6343650"/>
              <a:gd name="connsiteX5" fmla="*/ 7172538 w 7172538"/>
              <a:gd name="connsiteY5" fmla="*/ 0 h 6343650"/>
              <a:gd name="connsiteX6" fmla="*/ 7172538 w 7172538"/>
              <a:gd name="connsiteY6" fmla="*/ 6343650 h 6343650"/>
              <a:gd name="connsiteX7" fmla="*/ 0 w 7172538"/>
              <a:gd name="connsiteY7" fmla="*/ 6343650 h 6343650"/>
              <a:gd name="connsiteX8" fmla="*/ 0 w 7172538"/>
              <a:gd name="connsiteY8" fmla="*/ 0 h 6343650"/>
              <a:gd name="connsiteX0" fmla="*/ 5191218 w 7172538"/>
              <a:gd name="connsiteY0" fmla="*/ 263197 h 6343650"/>
              <a:gd name="connsiteX1" fmla="*/ 5191218 w 7172538"/>
              <a:gd name="connsiteY1" fmla="*/ 792687 h 6343650"/>
              <a:gd name="connsiteX2" fmla="*/ 5191218 w 7172538"/>
              <a:gd name="connsiteY2" fmla="*/ 263197 h 6343650"/>
              <a:gd name="connsiteX3" fmla="*/ 0 w 7172538"/>
              <a:gd name="connsiteY3" fmla="*/ 0 h 6343650"/>
              <a:gd name="connsiteX4" fmla="*/ 7172538 w 7172538"/>
              <a:gd name="connsiteY4" fmla="*/ 0 h 6343650"/>
              <a:gd name="connsiteX5" fmla="*/ 7172538 w 7172538"/>
              <a:gd name="connsiteY5" fmla="*/ 6343650 h 6343650"/>
              <a:gd name="connsiteX6" fmla="*/ 0 w 7172538"/>
              <a:gd name="connsiteY6" fmla="*/ 6343650 h 6343650"/>
              <a:gd name="connsiteX7" fmla="*/ 0 w 7172538"/>
              <a:gd name="connsiteY7" fmla="*/ 0 h 6343650"/>
              <a:gd name="connsiteX0" fmla="*/ 0 w 7172538"/>
              <a:gd name="connsiteY0" fmla="*/ 0 h 6343650"/>
              <a:gd name="connsiteX1" fmla="*/ 7172538 w 7172538"/>
              <a:gd name="connsiteY1" fmla="*/ 0 h 6343650"/>
              <a:gd name="connsiteX2" fmla="*/ 7172538 w 7172538"/>
              <a:gd name="connsiteY2" fmla="*/ 6343650 h 6343650"/>
              <a:gd name="connsiteX3" fmla="*/ 0 w 7172538"/>
              <a:gd name="connsiteY3" fmla="*/ 6343650 h 6343650"/>
              <a:gd name="connsiteX4" fmla="*/ 0 w 7172538"/>
              <a:gd name="connsiteY4" fmla="*/ 0 h 6343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2538" h="6343650">
                <a:moveTo>
                  <a:pt x="0" y="0"/>
                </a:moveTo>
                <a:lnTo>
                  <a:pt x="7172538" y="0"/>
                </a:lnTo>
                <a:lnTo>
                  <a:pt x="7172538" y="6343650"/>
                </a:lnTo>
                <a:lnTo>
                  <a:pt x="0" y="634365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GB" noProof="0"/>
              <a:t>Please insert an image</a:t>
            </a:r>
            <a:br>
              <a:rPr lang="en-GB" noProof="0"/>
            </a:br>
            <a:br>
              <a:rPr lang="en-GB" noProof="0"/>
            </a:br>
            <a:br>
              <a:rPr lang="en-GB" noProof="0"/>
            </a:br>
            <a:br>
              <a:rPr lang="en-GB" noProof="0"/>
            </a:br>
            <a:endParaRPr lang="en-GB"/>
          </a:p>
        </p:txBody>
      </p:sp>
      <p:sp>
        <p:nvSpPr>
          <p:cNvPr id="4" name="Textplatzhalter 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9114" y="3249613"/>
            <a:ext cx="3358393" cy="626701"/>
          </a:xfrm>
          <a:noFill/>
        </p:spPr>
        <p:txBody>
          <a:bodyPr wrap="none" lIns="108000" tIns="36000" rIns="108000" bIns="36000">
            <a:spAutoFit/>
          </a:bodyPr>
          <a:lstStyle>
            <a:lvl1pPr marL="0" indent="0" rtl="0">
              <a:buNone/>
              <a:defRPr sz="3600" b="0" cap="none" baseline="0">
                <a:solidFill>
                  <a:schemeClr val="accent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noProof="0"/>
              <a:t>Chapter Slide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E4F22DB2-539B-4891-BCF6-26442E248326}"/>
              </a:ext>
            </a:extLst>
          </p:cNvPr>
          <p:cNvGrpSpPr/>
          <p:nvPr userDrawn="1"/>
        </p:nvGrpSpPr>
        <p:grpSpPr>
          <a:xfrm>
            <a:off x="-381198" y="-288131"/>
            <a:ext cx="12990396" cy="7454900"/>
            <a:chOff x="-381198" y="-288131"/>
            <a:chExt cx="12990396" cy="7454900"/>
          </a:xfrm>
        </p:grpSpPr>
        <p:cxnSp>
          <p:nvCxnSpPr>
            <p:cNvPr id="40" name="Gerade Verbindung 43">
              <a:extLst>
                <a:ext uri="{FF2B5EF4-FFF2-40B4-BE49-F238E27FC236}">
                  <a16:creationId xmlns:a16="http://schemas.microsoft.com/office/drawing/2014/main" id="{6EEB2693-E4A3-48B0-82D8-7436541F8AA2}"/>
                </a:ext>
              </a:extLst>
            </p:cNvPr>
            <p:cNvCxnSpPr/>
            <p:nvPr/>
          </p:nvCxnSpPr>
          <p:spPr bwMode="gray">
            <a:xfrm flipH="1">
              <a:off x="12338124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11">
              <a:extLst>
                <a:ext uri="{FF2B5EF4-FFF2-40B4-BE49-F238E27FC236}">
                  <a16:creationId xmlns:a16="http://schemas.microsoft.com/office/drawing/2014/main" id="{AB8016A9-A0CD-4B65-88BA-9194AEB7F0F3}"/>
                </a:ext>
              </a:extLst>
            </p:cNvPr>
            <p:cNvCxnSpPr/>
            <p:nvPr userDrawn="1"/>
          </p:nvCxnSpPr>
          <p:spPr bwMode="gray">
            <a:xfrm flipH="1">
              <a:off x="-381198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35">
              <a:extLst>
                <a:ext uri="{FF2B5EF4-FFF2-40B4-BE49-F238E27FC236}">
                  <a16:creationId xmlns:a16="http://schemas.microsoft.com/office/drawing/2014/main" id="{B1179D69-D1CE-4AE5-A355-83C865465DBE}"/>
                </a:ext>
              </a:extLst>
            </p:cNvPr>
            <p:cNvCxnSpPr/>
            <p:nvPr userDrawn="1"/>
          </p:nvCxnSpPr>
          <p:spPr bwMode="gray">
            <a:xfrm flipH="1">
              <a:off x="-381198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36">
              <a:extLst>
                <a:ext uri="{FF2B5EF4-FFF2-40B4-BE49-F238E27FC236}">
                  <a16:creationId xmlns:a16="http://schemas.microsoft.com/office/drawing/2014/main" id="{1E3C6CFA-A462-48B0-A143-BA999C0ADC9B}"/>
                </a:ext>
              </a:extLst>
            </p:cNvPr>
            <p:cNvCxnSpPr/>
            <p:nvPr userDrawn="1"/>
          </p:nvCxnSpPr>
          <p:spPr bwMode="gray">
            <a:xfrm flipH="1">
              <a:off x="-381198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37">
              <a:extLst>
                <a:ext uri="{FF2B5EF4-FFF2-40B4-BE49-F238E27FC236}">
                  <a16:creationId xmlns:a16="http://schemas.microsoft.com/office/drawing/2014/main" id="{B07F0D87-88D6-4991-8ED0-4CC79ADB748C}"/>
                </a:ext>
              </a:extLst>
            </p:cNvPr>
            <p:cNvCxnSpPr/>
            <p:nvPr userDrawn="1"/>
          </p:nvCxnSpPr>
          <p:spPr bwMode="gray">
            <a:xfrm flipH="1">
              <a:off x="-381198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38">
              <a:extLst>
                <a:ext uri="{FF2B5EF4-FFF2-40B4-BE49-F238E27FC236}">
                  <a16:creationId xmlns:a16="http://schemas.microsoft.com/office/drawing/2014/main" id="{CC28FFFB-0D68-495C-BCA9-42E3EAE8ED9C}"/>
                </a:ext>
              </a:extLst>
            </p:cNvPr>
            <p:cNvCxnSpPr/>
            <p:nvPr userDrawn="1"/>
          </p:nvCxnSpPr>
          <p:spPr bwMode="gray">
            <a:xfrm rot="5400000" flipH="1">
              <a:off x="1666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39">
              <a:extLst>
                <a:ext uri="{FF2B5EF4-FFF2-40B4-BE49-F238E27FC236}">
                  <a16:creationId xmlns:a16="http://schemas.microsoft.com/office/drawing/2014/main" id="{A29D61D8-489E-441D-A0A6-A21BCD62CCEB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40">
              <a:extLst>
                <a:ext uri="{FF2B5EF4-FFF2-40B4-BE49-F238E27FC236}">
                  <a16:creationId xmlns:a16="http://schemas.microsoft.com/office/drawing/2014/main" id="{C252A42C-820B-4170-918B-AAA79A5CF79C}"/>
                </a:ext>
              </a:extLst>
            </p:cNvPr>
            <p:cNvCxnSpPr/>
            <p:nvPr userDrawn="1"/>
          </p:nvCxnSpPr>
          <p:spPr bwMode="gray">
            <a:xfrm flipH="1">
              <a:off x="12338124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41">
              <a:extLst>
                <a:ext uri="{FF2B5EF4-FFF2-40B4-BE49-F238E27FC236}">
                  <a16:creationId xmlns:a16="http://schemas.microsoft.com/office/drawing/2014/main" id="{6247AED4-9E98-4E51-8AA2-B83BE3255226}"/>
                </a:ext>
              </a:extLst>
            </p:cNvPr>
            <p:cNvCxnSpPr/>
            <p:nvPr userDrawn="1"/>
          </p:nvCxnSpPr>
          <p:spPr bwMode="gray">
            <a:xfrm flipH="1">
              <a:off x="12338124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42">
              <a:extLst>
                <a:ext uri="{FF2B5EF4-FFF2-40B4-BE49-F238E27FC236}">
                  <a16:creationId xmlns:a16="http://schemas.microsoft.com/office/drawing/2014/main" id="{9B7C6F2F-43E4-43A6-A613-A455B09E68EE}"/>
                </a:ext>
              </a:extLst>
            </p:cNvPr>
            <p:cNvCxnSpPr/>
            <p:nvPr userDrawn="1"/>
          </p:nvCxnSpPr>
          <p:spPr bwMode="gray">
            <a:xfrm flipH="1">
              <a:off x="12338124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44">
              <a:extLst>
                <a:ext uri="{FF2B5EF4-FFF2-40B4-BE49-F238E27FC236}">
                  <a16:creationId xmlns:a16="http://schemas.microsoft.com/office/drawing/2014/main" id="{B75A02A3-C238-4866-BD5F-A9E0019CBBA7}"/>
                </a:ext>
              </a:extLst>
            </p:cNvPr>
            <p:cNvCxnSpPr/>
            <p:nvPr userDrawn="1"/>
          </p:nvCxnSpPr>
          <p:spPr bwMode="gray">
            <a:xfrm rot="5400000" flipH="1">
              <a:off x="168276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45">
              <a:extLst>
                <a:ext uri="{FF2B5EF4-FFF2-40B4-BE49-F238E27FC236}">
                  <a16:creationId xmlns:a16="http://schemas.microsoft.com/office/drawing/2014/main" id="{6828AE8C-C263-4658-9F2C-05B88363AEB6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47">
              <a:extLst>
                <a:ext uri="{FF2B5EF4-FFF2-40B4-BE49-F238E27FC236}">
                  <a16:creationId xmlns:a16="http://schemas.microsoft.com/office/drawing/2014/main" id="{AE23E513-8675-45FA-96BB-BF2624A4AB7A}"/>
                </a:ext>
              </a:extLst>
            </p:cNvPr>
            <p:cNvCxnSpPr/>
            <p:nvPr userDrawn="1"/>
          </p:nvCxnSpPr>
          <p:spPr bwMode="gray">
            <a:xfrm rot="5400000" flipH="1">
              <a:off x="59313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49">
              <a:extLst>
                <a:ext uri="{FF2B5EF4-FFF2-40B4-BE49-F238E27FC236}">
                  <a16:creationId xmlns:a16="http://schemas.microsoft.com/office/drawing/2014/main" id="{F426E0C5-1295-4A4C-9D38-D229ED495B4B}"/>
                </a:ext>
              </a:extLst>
            </p:cNvPr>
            <p:cNvCxnSpPr/>
            <p:nvPr userDrawn="1"/>
          </p:nvCxnSpPr>
          <p:spPr bwMode="gray">
            <a:xfrm rot="5400000" flipH="1">
              <a:off x="6111082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59">
              <a:extLst>
                <a:ext uri="{FF2B5EF4-FFF2-40B4-BE49-F238E27FC236}">
                  <a16:creationId xmlns:a16="http://schemas.microsoft.com/office/drawing/2014/main" id="{E1FC6691-6A40-4EF1-A01E-417204294B63}"/>
                </a:ext>
              </a:extLst>
            </p:cNvPr>
            <p:cNvCxnSpPr/>
            <p:nvPr userDrawn="1"/>
          </p:nvCxnSpPr>
          <p:spPr bwMode="gray">
            <a:xfrm rot="5400000" flipH="1">
              <a:off x="9849494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60">
              <a:extLst>
                <a:ext uri="{FF2B5EF4-FFF2-40B4-BE49-F238E27FC236}">
                  <a16:creationId xmlns:a16="http://schemas.microsoft.com/office/drawing/2014/main" id="{C2F0E845-DA6A-4AFD-8A28-31E3B5FBF1FF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9849494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47">
              <a:extLst>
                <a:ext uri="{FF2B5EF4-FFF2-40B4-BE49-F238E27FC236}">
                  <a16:creationId xmlns:a16="http://schemas.microsoft.com/office/drawing/2014/main" id="{933C9A7A-5786-49E7-A96B-10114F35C9E9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5931388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49">
              <a:extLst>
                <a:ext uri="{FF2B5EF4-FFF2-40B4-BE49-F238E27FC236}">
                  <a16:creationId xmlns:a16="http://schemas.microsoft.com/office/drawing/2014/main" id="{9598C2B8-1F53-4E0D-BC2C-FDDB318E0307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6111082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hteck 33">
            <a:extLst>
              <a:ext uri="{FF2B5EF4-FFF2-40B4-BE49-F238E27FC236}">
                <a16:creationId xmlns:a16="http://schemas.microsoft.com/office/drawing/2014/main" id="{76276D89-8229-4319-828B-80E44F31C8EC}"/>
              </a:ext>
            </a:extLst>
          </p:cNvPr>
          <p:cNvSpPr>
            <a:spLocks/>
          </p:cNvSpPr>
          <p:nvPr userDrawn="1"/>
        </p:nvSpPr>
        <p:spPr>
          <a:xfrm rot="5400000">
            <a:off x="4032001" y="2450381"/>
            <a:ext cx="68397" cy="813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eaLnBrk="1"/>
            <a:endParaRPr lang="en-GB" noProof="0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4D0075F4-6C79-4C92-822B-AC679BC65A4E}"/>
              </a:ext>
            </a:extLst>
          </p:cNvPr>
          <p:cNvSpPr>
            <a:spLocks/>
          </p:cNvSpPr>
          <p:nvPr userDrawn="1"/>
        </p:nvSpPr>
        <p:spPr>
          <a:xfrm rot="5400000">
            <a:off x="10164599" y="4518581"/>
            <a:ext cx="68400" cy="399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eaLnBrk="1"/>
            <a:endParaRPr lang="en-GB" noProof="0"/>
          </a:p>
        </p:txBody>
      </p:sp>
      <p:sp>
        <p:nvSpPr>
          <p:cNvPr id="63" name="AutoShape 4">
            <a:extLst>
              <a:ext uri="{FF2B5EF4-FFF2-40B4-BE49-F238E27FC236}">
                <a16:creationId xmlns:a16="http://schemas.microsoft.com/office/drawing/2014/main" id="{C61057D3-0CE5-4988-9DAB-FD7F8ACF02D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0253602" y="1191509"/>
            <a:ext cx="1641415" cy="453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 noProof="0"/>
          </a:p>
        </p:txBody>
      </p:sp>
      <p:sp>
        <p:nvSpPr>
          <p:cNvPr id="71" name="Textplatzhalter 3">
            <a:extLst>
              <a:ext uri="{FF2B5EF4-FFF2-40B4-BE49-F238E27FC236}">
                <a16:creationId xmlns:a16="http://schemas.microsoft.com/office/drawing/2014/main" id="{F6042C6F-E208-4A6E-8DF6-E59F837737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9114" y="3948314"/>
            <a:ext cx="4482097" cy="626701"/>
          </a:xfrm>
          <a:noFill/>
        </p:spPr>
        <p:txBody>
          <a:bodyPr wrap="none" lIns="108000" tIns="36000" rIns="108000" bIns="36000">
            <a:spAutoFit/>
          </a:bodyPr>
          <a:lstStyle>
            <a:lvl1pPr marL="0" indent="0" rtl="0">
              <a:buNone/>
              <a:defRPr sz="3600" b="0" cap="none" baseline="0">
                <a:solidFill>
                  <a:schemeClr val="accent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noProof="0"/>
              <a:t>with Picture Right,</a:t>
            </a:r>
          </a:p>
        </p:txBody>
      </p:sp>
      <p:sp>
        <p:nvSpPr>
          <p:cNvPr id="72" name="Textplatzhalter 3">
            <a:extLst>
              <a:ext uri="{FF2B5EF4-FFF2-40B4-BE49-F238E27FC236}">
                <a16:creationId xmlns:a16="http://schemas.microsoft.com/office/drawing/2014/main" id="{E9523CF2-ECB7-4E80-BFDF-D7996244C0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9114" y="4647015"/>
            <a:ext cx="3799218" cy="626701"/>
          </a:xfrm>
          <a:noFill/>
        </p:spPr>
        <p:txBody>
          <a:bodyPr wrap="none" lIns="108000" tIns="36000" rIns="108000" bIns="36000">
            <a:spAutoFit/>
          </a:bodyPr>
          <a:lstStyle>
            <a:lvl1pPr marL="0" indent="0" rtl="0">
              <a:buNone/>
              <a:defRPr sz="3600" b="0" cap="none" baseline="0">
                <a:solidFill>
                  <a:schemeClr val="accent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noProof="0" dirty="0" err="1"/>
              <a:t>InterBlack</a:t>
            </a:r>
            <a:r>
              <a:rPr lang="en-GB" noProof="0" dirty="0"/>
              <a:t xml:space="preserve"> 36pt</a:t>
            </a:r>
          </a:p>
        </p:txBody>
      </p:sp>
      <p:pic>
        <p:nvPicPr>
          <p:cNvPr id="3" name="Grafik 2" descr="Ein Bild, das Schrift, Grafiken, Screenshot, Grafikdesign enthält.  KI-generierte Inhalte können fehlerhaft sein.">
            <a:extLst>
              <a:ext uri="{FF2B5EF4-FFF2-40B4-BE49-F238E27FC236}">
                <a16:creationId xmlns:a16="http://schemas.microsoft.com/office/drawing/2014/main" id="{0136B619-9980-70BB-300C-EB78DA37369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59" y="376640"/>
            <a:ext cx="1308679" cy="5565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04781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7">
          <p15:clr>
            <a:srgbClr val="FBAE40"/>
          </p15:clr>
        </p15:guide>
        <p15:guide id="2" orient="horz" pos="204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A2E73BCD-DD84-87C7-EC43-63476D1B11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44073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A2E73BCD-DD84-87C7-EC43-63476D1B11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B7C538-F2FF-434B-9728-3C63B9755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9" y="1484314"/>
            <a:ext cx="11090274" cy="4859336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45B2BF-0B71-4078-B98C-0FA854A605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476250"/>
            <a:ext cx="10485588" cy="492443"/>
          </a:xfrm>
        </p:spPr>
        <p:txBody>
          <a:bodyPr vert="horz"/>
          <a:lstStyle>
            <a:lvl1pPr rtl="0">
              <a:defRPr sz="3200"/>
            </a:lvl1pPr>
          </a:lstStyle>
          <a:p>
            <a:r>
              <a:rPr lang="en-GB" dirty="0"/>
              <a:t>Content Slide,</a:t>
            </a:r>
            <a:r>
              <a:rPr lang="en-GB" noProof="0" dirty="0"/>
              <a:t xml:space="preserve"> </a:t>
            </a:r>
            <a:r>
              <a:rPr lang="en-GB" noProof="0" dirty="0" err="1"/>
              <a:t>InterBlack</a:t>
            </a:r>
            <a:r>
              <a:rPr lang="en-GB" noProof="0" dirty="0"/>
              <a:t xml:space="preserve"> 32 pt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D5A7B0-BD26-4A29-8338-0E6DBD381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8174B7CE-3B87-484F-AA71-53764FD9A88A}" type="datetime1">
              <a:rPr lang="en-GB" smtClean="0"/>
              <a:t>30/06/2026</a:t>
            </a:fld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A2F8FC-49AA-4AA1-815C-18025F2C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0CE58A75-86E9-BA3B-CDC1-1C764342EF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038" y="994609"/>
            <a:ext cx="10485588" cy="276999"/>
          </a:xfrm>
        </p:spPr>
        <p:txBody>
          <a:bodyPr wrap="square" lIns="0" tIns="0" rIns="0" bIns="0">
            <a:spAutoFit/>
          </a:bodyPr>
          <a:lstStyle>
            <a:lvl1pPr marL="0" indent="0" rtl="0">
              <a:buFont typeface="Arial" panose="020B0604020202020204" pitchFamily="34" charset="0"/>
              <a:buNone/>
              <a:defRPr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Subheading, Inter 18pt</a:t>
            </a:r>
          </a:p>
        </p:txBody>
      </p:sp>
    </p:spTree>
    <p:extLst>
      <p:ext uri="{BB962C8B-B14F-4D97-AF65-F5344CB8AC3E}">
        <p14:creationId xmlns:p14="http://schemas.microsoft.com/office/powerpoint/2010/main" val="2671238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itle and 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94D349B2-CD55-400C-8CC2-FC5CD1F51E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193559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94D349B2-CD55-400C-8CC2-FC5CD1F51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681A97E6-6E84-425D-B77A-A54195EFB8C7}" type="datetime1">
              <a:rPr lang="en-GB" smtClean="0"/>
              <a:t>30/06/2026</a:t>
            </a:fld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B07B292-2432-43AE-A9DC-E57B6304B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7" y="488591"/>
            <a:ext cx="9396413" cy="553998"/>
          </a:xfrm>
        </p:spPr>
        <p:txBody>
          <a:bodyPr vert="horz"/>
          <a:lstStyle>
            <a:lvl1pPr rtl="0">
              <a:defRPr sz="3600" b="0"/>
            </a:lvl1pPr>
          </a:lstStyle>
          <a:p>
            <a:r>
              <a:rPr lang="en-GB" noProof="0" dirty="0"/>
              <a:t>Large Title and Gray Background, 44pt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B79ACFF-F235-46E5-A486-E4FEE8D6B9B2}"/>
              </a:ext>
            </a:extLst>
          </p:cNvPr>
          <p:cNvSpPr/>
          <p:nvPr userDrawn="1"/>
        </p:nvSpPr>
        <p:spPr>
          <a:xfrm>
            <a:off x="0" y="1484313"/>
            <a:ext cx="12198350" cy="4860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0"/>
            <a:endParaRPr lang="en-GB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AD2A2C3E-A9A9-4232-9D91-C3A337AA91A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9113" y="1630363"/>
            <a:ext cx="11412537" cy="449897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 noProof="0" dirty="0"/>
              <a:t>Content text, Arial Regular 16pt</a:t>
            </a:r>
          </a:p>
          <a:p>
            <a:pPr lvl="1"/>
            <a:r>
              <a:rPr lang="en-GB" noProof="0" dirty="0"/>
              <a:t xml:space="preserve">Content bullet, Arial Regular 16pt </a:t>
            </a:r>
          </a:p>
          <a:p>
            <a:pPr lvl="2"/>
            <a:r>
              <a:rPr lang="en-GB" noProof="0" dirty="0"/>
              <a:t>Content bullet</a:t>
            </a:r>
          </a:p>
          <a:p>
            <a:pPr lvl="3"/>
            <a:r>
              <a:rPr lang="en-GB" noProof="0" dirty="0"/>
              <a:t>Content bullet</a:t>
            </a:r>
          </a:p>
          <a:p>
            <a:pPr lvl="4"/>
            <a:r>
              <a:rPr lang="en-GB" noProof="0" dirty="0"/>
              <a:t>Content bullet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6723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7">
          <p15:clr>
            <a:srgbClr val="FBAE40"/>
          </p15:clr>
        </p15:guide>
        <p15:guide id="2" orient="horz" pos="102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wo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09802E64-59EE-4D55-83E0-32A61B76F44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388937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09802E64-59EE-4D55-83E0-32A61B76F4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FEEE57A0-9B17-4C97-90A6-0345B9606D96}" type="datetime1">
              <a:rPr lang="en-GB" smtClean="0"/>
              <a:t>30/06/2026</a:t>
            </a:fld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54038" y="993813"/>
            <a:ext cx="9682161" cy="276999"/>
          </a:xfrm>
        </p:spPr>
        <p:txBody>
          <a:bodyPr wrap="square" lIns="0" tIns="0" rIns="0" bIns="0">
            <a:spAutoFit/>
          </a:bodyPr>
          <a:lstStyle>
            <a:lvl1pPr marL="0" indent="0" rtl="0">
              <a:buFont typeface="Arial" panose="020B0604020202020204" pitchFamily="34" charset="0"/>
              <a:buNone/>
              <a:defRPr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Subheading, Inter 18pt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 hasCustomPrompt="1"/>
          </p:nvPr>
        </p:nvSpPr>
        <p:spPr>
          <a:xfrm>
            <a:off x="554038" y="1484312"/>
            <a:ext cx="5475288" cy="4861081"/>
          </a:xfrm>
        </p:spPr>
        <p:txBody>
          <a:bodyPr>
            <a:norm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</a:lstStyle>
          <a:p>
            <a:pPr lvl="0"/>
            <a:r>
              <a:rPr lang="en-GB" noProof="0" dirty="0"/>
              <a:t>Content text, Arial Regular 16pt</a:t>
            </a:r>
          </a:p>
          <a:p>
            <a:pPr lvl="1"/>
            <a:r>
              <a:rPr lang="en-GB" noProof="0" dirty="0"/>
              <a:t xml:space="preserve">Content bullet, Arial Regular 16pt </a:t>
            </a:r>
          </a:p>
          <a:p>
            <a:pPr lvl="2"/>
            <a:r>
              <a:rPr lang="en-GB" noProof="0" dirty="0"/>
              <a:t>Content bullet</a:t>
            </a:r>
          </a:p>
          <a:p>
            <a:pPr lvl="3"/>
            <a:r>
              <a:rPr lang="en-GB" noProof="0" dirty="0"/>
              <a:t>Content bullet</a:t>
            </a:r>
          </a:p>
          <a:p>
            <a:pPr lvl="4"/>
            <a:r>
              <a:rPr lang="en-GB" noProof="0" dirty="0"/>
              <a:t>Content bullet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A4F1A5A-4284-4223-B028-0862414BAA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dirty="0"/>
              <a:t>Content Slide Two Boxes,</a:t>
            </a:r>
            <a:r>
              <a:rPr lang="en-GB" noProof="0" dirty="0"/>
              <a:t xml:space="preserve"> Arial Narrow 24pt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7FBEEAF-F9D0-4863-882A-E0B2098845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7126" y="1484313"/>
            <a:ext cx="5437188" cy="4862670"/>
          </a:xfrm>
        </p:spPr>
        <p:txBody>
          <a:bodyPr>
            <a:norm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</a:lstStyle>
          <a:p>
            <a:pPr lvl="0"/>
            <a:r>
              <a:rPr lang="en-GB" noProof="0" dirty="0"/>
              <a:t>Content text, Arial Regular 16pt</a:t>
            </a:r>
          </a:p>
          <a:p>
            <a:pPr lvl="1"/>
            <a:r>
              <a:rPr lang="en-GB" noProof="0" dirty="0"/>
              <a:t xml:space="preserve">Content bullet, Arial Regular 16pt </a:t>
            </a:r>
          </a:p>
          <a:p>
            <a:pPr lvl="2"/>
            <a:r>
              <a:rPr lang="en-GB" noProof="0" dirty="0"/>
              <a:t>Content bullet</a:t>
            </a:r>
          </a:p>
          <a:p>
            <a:pPr lvl="3"/>
            <a:r>
              <a:rPr lang="en-GB" noProof="0" dirty="0"/>
              <a:t>Content bullet</a:t>
            </a:r>
          </a:p>
          <a:p>
            <a:pPr lvl="4"/>
            <a:r>
              <a:rPr lang="en-GB" noProof="0" dirty="0"/>
              <a:t>Content bullet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8869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7">
          <p15:clr>
            <a:srgbClr val="FBAE40"/>
          </p15:clr>
        </p15:guide>
        <p15:guide id="2" pos="391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hree Boxes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09802E64-59EE-4D55-83E0-32A61B76F44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6602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09802E64-59EE-4D55-83E0-32A61B76F4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FEEE57A0-9B17-4C97-90A6-0345B9606D96}" type="datetime1">
              <a:rPr lang="en-GB" smtClean="0"/>
              <a:t>30/06/2026</a:t>
            </a:fld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54038" y="993813"/>
            <a:ext cx="9682161" cy="276999"/>
          </a:xfrm>
        </p:spPr>
        <p:txBody>
          <a:bodyPr wrap="square" lIns="0" tIns="0" rIns="0" bIns="0">
            <a:spAutoFit/>
          </a:bodyPr>
          <a:lstStyle>
            <a:lvl1pPr marL="0" indent="0" rtl="0">
              <a:buFont typeface="Arial" panose="020B0604020202020204" pitchFamily="34" charset="0"/>
              <a:buNone/>
              <a:defRPr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Subheading, Inter 18pt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 hasCustomPrompt="1"/>
          </p:nvPr>
        </p:nvSpPr>
        <p:spPr>
          <a:xfrm>
            <a:off x="554038" y="1484312"/>
            <a:ext cx="3564000" cy="4861081"/>
          </a:xfrm>
        </p:spPr>
        <p:txBody>
          <a:bodyPr>
            <a:norm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</a:lstStyle>
          <a:p>
            <a:pPr lvl="0"/>
            <a:r>
              <a:rPr lang="en-GB" noProof="0" dirty="0"/>
              <a:t>Content text, Arial Regular 16pt</a:t>
            </a:r>
          </a:p>
          <a:p>
            <a:pPr lvl="1"/>
            <a:r>
              <a:rPr lang="en-GB" noProof="0" dirty="0"/>
              <a:t xml:space="preserve">Content bullet, Arial Regular 16pt </a:t>
            </a:r>
          </a:p>
          <a:p>
            <a:pPr lvl="2"/>
            <a:r>
              <a:rPr lang="en-GB" noProof="0" dirty="0"/>
              <a:t>Content bullet</a:t>
            </a:r>
          </a:p>
          <a:p>
            <a:pPr lvl="3"/>
            <a:r>
              <a:rPr lang="en-GB" noProof="0" dirty="0"/>
              <a:t>Content bullet</a:t>
            </a:r>
          </a:p>
          <a:p>
            <a:pPr lvl="4"/>
            <a:r>
              <a:rPr lang="en-GB" noProof="0" dirty="0"/>
              <a:t>Content bullet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A4F1A5A-4284-4223-B028-0862414BAA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dirty="0"/>
              <a:t>Content Slide Three Boxes,</a:t>
            </a:r>
            <a:r>
              <a:rPr lang="en-GB" noProof="0" dirty="0"/>
              <a:t xml:space="preserve"> Arial Narrow 24pt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7FBEEAF-F9D0-4863-882A-E0B2098845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80312" y="1484313"/>
            <a:ext cx="3564000" cy="4862670"/>
          </a:xfrm>
        </p:spPr>
        <p:txBody>
          <a:bodyPr>
            <a:norm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</a:lstStyle>
          <a:p>
            <a:pPr lvl="0"/>
            <a:r>
              <a:rPr lang="en-GB" noProof="0"/>
              <a:t>Content text, Arial Regular 16pt</a:t>
            </a:r>
          </a:p>
          <a:p>
            <a:pPr lvl="1"/>
            <a:r>
              <a:rPr lang="en-GB" noProof="0"/>
              <a:t xml:space="preserve">Content bullet, Arial Regular 16pt </a:t>
            </a:r>
          </a:p>
          <a:p>
            <a:pPr lvl="2"/>
            <a:r>
              <a:rPr lang="en-GB" noProof="0"/>
              <a:t>Content bullet</a:t>
            </a:r>
          </a:p>
          <a:p>
            <a:pPr lvl="3"/>
            <a:r>
              <a:rPr lang="en-GB" noProof="0"/>
              <a:t>Content bullet</a:t>
            </a:r>
          </a:p>
          <a:p>
            <a:pPr lvl="4"/>
            <a:r>
              <a:rPr lang="en-GB" noProof="0"/>
              <a:t>Content bullet</a:t>
            </a:r>
            <a:endParaRPr lang="en-GB"/>
          </a:p>
        </p:txBody>
      </p:sp>
      <p:sp>
        <p:nvSpPr>
          <p:cNvPr id="2" name="Inhaltsplatzhalter 8">
            <a:extLst>
              <a:ext uri="{FF2B5EF4-FFF2-40B4-BE49-F238E27FC236}">
                <a16:creationId xmlns:a16="http://schemas.microsoft.com/office/drawing/2014/main" id="{D939EB46-4351-3C58-0599-5068DAAB38F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17175" y="1484313"/>
            <a:ext cx="3564000" cy="4862670"/>
          </a:xfrm>
        </p:spPr>
        <p:txBody>
          <a:bodyPr>
            <a:norm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</a:lstStyle>
          <a:p>
            <a:pPr lvl="0"/>
            <a:r>
              <a:rPr lang="en-GB" noProof="0"/>
              <a:t>Content text, Arial Regular 16pt</a:t>
            </a:r>
          </a:p>
          <a:p>
            <a:pPr lvl="1"/>
            <a:r>
              <a:rPr lang="en-GB" noProof="0"/>
              <a:t xml:space="preserve">Content bullet, Arial Regular 16pt </a:t>
            </a:r>
          </a:p>
          <a:p>
            <a:pPr lvl="2"/>
            <a:r>
              <a:rPr lang="en-GB" noProof="0"/>
              <a:t>Content bullet</a:t>
            </a:r>
          </a:p>
          <a:p>
            <a:pPr lvl="3"/>
            <a:r>
              <a:rPr lang="en-GB" noProof="0"/>
              <a:t>Content bullet</a:t>
            </a:r>
          </a:p>
          <a:p>
            <a:pPr lvl="4"/>
            <a:r>
              <a:rPr lang="en-GB" noProof="0"/>
              <a:t>Content bullet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0076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7">
          <p15:clr>
            <a:srgbClr val="FBAE40"/>
          </p15:clr>
        </p15:guide>
        <p15:guide id="2" pos="391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hre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09802E64-59EE-4D55-83E0-32A61B76F44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794662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09802E64-59EE-4D55-83E0-32A61B76F4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76083BE7-B3B5-4A2C-BADF-3B7705434C2B}" type="datetime1">
              <a:rPr lang="en-GB" smtClean="0"/>
              <a:t>30/06/2026</a:t>
            </a:fld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54038" y="986794"/>
            <a:ext cx="9682161" cy="276999"/>
          </a:xfrm>
        </p:spPr>
        <p:txBody>
          <a:bodyPr wrap="square" lIns="0" tIns="0" rIns="0" bIns="0">
            <a:spAutoFit/>
          </a:bodyPr>
          <a:lstStyle>
            <a:lvl1pPr marL="0" indent="0" rtl="0">
              <a:buFont typeface="Arial" panose="020B0604020202020204" pitchFamily="34" charset="0"/>
              <a:buNone/>
              <a:defRPr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Subheading, Inter 18pt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 hasCustomPrompt="1"/>
          </p:nvPr>
        </p:nvSpPr>
        <p:spPr>
          <a:xfrm>
            <a:off x="554038" y="1837097"/>
            <a:ext cx="5437187" cy="4508141"/>
          </a:xfrm>
        </p:spPr>
        <p:txBody>
          <a:bodyPr lIns="36000" tIns="36000" rIns="36000" bIns="36000">
            <a:norm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</a:lstStyle>
          <a:p>
            <a:pPr lvl="0"/>
            <a:r>
              <a:rPr lang="en-GB" noProof="0" dirty="0"/>
              <a:t>Content text, Arial Regular 16pt</a:t>
            </a:r>
          </a:p>
          <a:p>
            <a:pPr lvl="1"/>
            <a:r>
              <a:rPr lang="en-GB" noProof="0" dirty="0"/>
              <a:t xml:space="preserve">Content bullet, Arial Regular 16pt </a:t>
            </a:r>
          </a:p>
          <a:p>
            <a:pPr lvl="2"/>
            <a:r>
              <a:rPr lang="en-GB" noProof="0" dirty="0"/>
              <a:t>Content bullet</a:t>
            </a:r>
          </a:p>
          <a:p>
            <a:pPr lvl="3"/>
            <a:r>
              <a:rPr lang="en-GB" noProof="0" dirty="0"/>
              <a:t>Content bullet</a:t>
            </a:r>
          </a:p>
          <a:p>
            <a:pPr lvl="4"/>
            <a:r>
              <a:rPr lang="en-GB" noProof="0" dirty="0"/>
              <a:t>Content bullet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A4F1A5A-4284-4223-B028-0862414BAA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/>
              <a:t>Content Slide Three Boxes,</a:t>
            </a:r>
            <a:r>
              <a:rPr lang="en-GB" noProof="0"/>
              <a:t xml:space="preserve"> Arial Narrow 24pt</a:t>
            </a:r>
          </a:p>
        </p:txBody>
      </p:sp>
      <p:sp>
        <p:nvSpPr>
          <p:cNvPr id="2" name="Textplatzhalter 6">
            <a:extLst>
              <a:ext uri="{FF2B5EF4-FFF2-40B4-BE49-F238E27FC236}">
                <a16:creationId xmlns:a16="http://schemas.microsoft.com/office/drawing/2014/main" id="{4753C3C5-516A-66C2-BBA1-5CD566D668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038" y="1488022"/>
            <a:ext cx="5437187" cy="349702"/>
          </a:xfrm>
          <a:solidFill>
            <a:schemeClr val="accent1"/>
          </a:solidFill>
        </p:spPr>
        <p:txBody>
          <a:bodyPr wrap="square" lIns="36000" tIns="36000" rIns="36000" bIns="36000">
            <a:spAutoFit/>
          </a:bodyPr>
          <a:lstStyle>
            <a:lvl1pPr marL="0" indent="0" rtl="0">
              <a:buFont typeface="Arial" panose="020B0604020202020204" pitchFamily="34" charset="0"/>
              <a:buNone/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Subheading, Inter 18pt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0C74A261-BC6D-323A-C1FA-14B37C8E570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07125" y="4292600"/>
            <a:ext cx="5437187" cy="2052638"/>
          </a:xfrm>
        </p:spPr>
        <p:txBody>
          <a:bodyPr lIns="36000" tIns="36000" rIns="36000" bIns="36000">
            <a:norm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</a:lstStyle>
          <a:p>
            <a:pPr lvl="0"/>
            <a:r>
              <a:rPr lang="en-GB" noProof="0" dirty="0"/>
              <a:t>Content text, Arial Regular 16pt</a:t>
            </a:r>
          </a:p>
          <a:p>
            <a:pPr lvl="1"/>
            <a:r>
              <a:rPr lang="en-GB" noProof="0" dirty="0"/>
              <a:t xml:space="preserve">Content bullet, Arial Regular 16pt </a:t>
            </a:r>
          </a:p>
          <a:p>
            <a:pPr lvl="2"/>
            <a:r>
              <a:rPr lang="en-GB" noProof="0" dirty="0"/>
              <a:t>Content bullet</a:t>
            </a:r>
          </a:p>
          <a:p>
            <a:pPr lvl="3"/>
            <a:r>
              <a:rPr lang="en-GB" noProof="0" dirty="0"/>
              <a:t>Content bullet</a:t>
            </a:r>
          </a:p>
          <a:p>
            <a:pPr lvl="4"/>
            <a:r>
              <a:rPr lang="en-GB" noProof="0" dirty="0"/>
              <a:t>Content bullet</a:t>
            </a:r>
            <a:endParaRPr lang="en-GB" dirty="0"/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12A87BAF-8608-3F6C-E0D3-D0375B4325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7125" y="3944123"/>
            <a:ext cx="5437188" cy="349702"/>
          </a:xfrm>
          <a:solidFill>
            <a:schemeClr val="accent1"/>
          </a:solidFill>
        </p:spPr>
        <p:txBody>
          <a:bodyPr wrap="square" lIns="36000" tIns="36000" rIns="36000" bIns="36000">
            <a:spAutoFit/>
          </a:bodyPr>
          <a:lstStyle>
            <a:lvl1pPr marL="0" indent="0" rtl="0">
              <a:buFont typeface="Arial" panose="020B0604020202020204" pitchFamily="34" charset="0"/>
              <a:buNone/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Subheading, Inter 18pt</a:t>
            </a:r>
          </a:p>
        </p:txBody>
      </p:sp>
      <p:sp>
        <p:nvSpPr>
          <p:cNvPr id="19" name="Inhaltsplatzhalter 8">
            <a:extLst>
              <a:ext uri="{FF2B5EF4-FFF2-40B4-BE49-F238E27FC236}">
                <a16:creationId xmlns:a16="http://schemas.microsoft.com/office/drawing/2014/main" id="{AAD400F1-8D61-86FA-7582-E6C8B2564FEE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11269" y="1837097"/>
            <a:ext cx="5437187" cy="2052638"/>
          </a:xfrm>
        </p:spPr>
        <p:txBody>
          <a:bodyPr lIns="36000" tIns="36000" rIns="36000" bIns="36000">
            <a:norm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</a:lstStyle>
          <a:p>
            <a:pPr lvl="0"/>
            <a:r>
              <a:rPr lang="en-GB" noProof="0" dirty="0"/>
              <a:t>Content text, Arial Regular 16pt</a:t>
            </a:r>
          </a:p>
          <a:p>
            <a:pPr lvl="1"/>
            <a:r>
              <a:rPr lang="en-GB" noProof="0" dirty="0"/>
              <a:t xml:space="preserve">Content bullet, Arial Regular 16pt </a:t>
            </a:r>
          </a:p>
          <a:p>
            <a:pPr lvl="2"/>
            <a:r>
              <a:rPr lang="en-GB" noProof="0" dirty="0"/>
              <a:t>Content bullet</a:t>
            </a:r>
          </a:p>
          <a:p>
            <a:pPr lvl="3"/>
            <a:r>
              <a:rPr lang="en-GB" noProof="0" dirty="0"/>
              <a:t>Content bullet</a:t>
            </a:r>
          </a:p>
          <a:p>
            <a:pPr lvl="4"/>
            <a:r>
              <a:rPr lang="en-GB" noProof="0" dirty="0"/>
              <a:t>Content bullet</a:t>
            </a:r>
            <a:endParaRPr lang="en-GB" dirty="0"/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CB5899B3-F5AC-35F3-C6EE-8BE45BF848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11269" y="1488620"/>
            <a:ext cx="5437187" cy="349702"/>
          </a:xfrm>
          <a:solidFill>
            <a:schemeClr val="accent1"/>
          </a:solidFill>
        </p:spPr>
        <p:txBody>
          <a:bodyPr wrap="square" lIns="36000" tIns="36000" rIns="36000" bIns="36000">
            <a:spAutoFit/>
          </a:bodyPr>
          <a:lstStyle>
            <a:lvl1pPr marL="0" indent="0" rtl="0">
              <a:buFont typeface="Arial" panose="020B0604020202020204" pitchFamily="34" charset="0"/>
              <a:buNone/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Subheading, Inter 18pt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3948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74" userDrawn="1">
          <p15:clr>
            <a:srgbClr val="FBAE40"/>
          </p15:clr>
        </p15:guide>
        <p15:guide id="2" pos="3910">
          <p15:clr>
            <a:srgbClr val="FBAE40"/>
          </p15:clr>
        </p15:guide>
        <p15:guide id="3" orient="horz" pos="2432" userDrawn="1">
          <p15:clr>
            <a:srgbClr val="FBAE40"/>
          </p15:clr>
        </p15:guide>
        <p15:guide id="4" orient="horz" pos="270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Four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09802E64-59EE-4D55-83E0-32A61B76F44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860708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09802E64-59EE-4D55-83E0-32A61B76F4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76083BE7-B3B5-4A2C-BADF-3B7705434C2B}" type="datetime1">
              <a:rPr lang="en-GB" smtClean="0"/>
              <a:t>30/06/2026</a:t>
            </a:fld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54038" y="986794"/>
            <a:ext cx="9682161" cy="276999"/>
          </a:xfrm>
        </p:spPr>
        <p:txBody>
          <a:bodyPr wrap="square" lIns="0" tIns="0" rIns="0" bIns="0">
            <a:spAutoFit/>
          </a:bodyPr>
          <a:lstStyle>
            <a:lvl1pPr marL="0" indent="0" rtl="0">
              <a:buFont typeface="Arial" panose="020B0604020202020204" pitchFamily="34" charset="0"/>
              <a:buNone/>
              <a:defRPr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Subheading, Inter 18pt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 hasCustomPrompt="1"/>
          </p:nvPr>
        </p:nvSpPr>
        <p:spPr>
          <a:xfrm>
            <a:off x="554038" y="1837098"/>
            <a:ext cx="5437187" cy="2052638"/>
          </a:xfrm>
        </p:spPr>
        <p:txBody>
          <a:bodyPr lIns="36000" tIns="36000" rIns="36000" bIns="36000">
            <a:norm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</a:lstStyle>
          <a:p>
            <a:pPr lvl="0"/>
            <a:r>
              <a:rPr lang="en-GB" noProof="0" dirty="0"/>
              <a:t>Content text, Arial Regular 16pt</a:t>
            </a:r>
          </a:p>
          <a:p>
            <a:pPr lvl="1"/>
            <a:r>
              <a:rPr lang="en-GB" noProof="0" dirty="0"/>
              <a:t xml:space="preserve">Content bullet, Arial Regular 16pt </a:t>
            </a:r>
          </a:p>
          <a:p>
            <a:pPr lvl="2"/>
            <a:r>
              <a:rPr lang="en-GB" noProof="0" dirty="0"/>
              <a:t>Content bullet</a:t>
            </a:r>
          </a:p>
          <a:p>
            <a:pPr lvl="3"/>
            <a:r>
              <a:rPr lang="en-GB" noProof="0" dirty="0"/>
              <a:t>Content bullet</a:t>
            </a:r>
          </a:p>
          <a:p>
            <a:pPr lvl="4"/>
            <a:r>
              <a:rPr lang="en-GB" noProof="0" dirty="0"/>
              <a:t>Content bullet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A4F1A5A-4284-4223-B028-0862414BAA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dirty="0"/>
              <a:t>Content Slide Four Boxes,</a:t>
            </a:r>
            <a:r>
              <a:rPr lang="en-GB" noProof="0" dirty="0"/>
              <a:t xml:space="preserve"> Arial Narrow 24pt</a:t>
            </a:r>
          </a:p>
        </p:txBody>
      </p:sp>
      <p:sp>
        <p:nvSpPr>
          <p:cNvPr id="2" name="Textplatzhalter 6">
            <a:extLst>
              <a:ext uri="{FF2B5EF4-FFF2-40B4-BE49-F238E27FC236}">
                <a16:creationId xmlns:a16="http://schemas.microsoft.com/office/drawing/2014/main" id="{4753C3C5-516A-66C2-BBA1-5CD566D668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039" y="1488022"/>
            <a:ext cx="5433044" cy="349702"/>
          </a:xfrm>
          <a:solidFill>
            <a:schemeClr val="accent1"/>
          </a:solidFill>
        </p:spPr>
        <p:txBody>
          <a:bodyPr wrap="square" lIns="36000" tIns="36000" rIns="36000" bIns="36000">
            <a:spAutoFit/>
          </a:bodyPr>
          <a:lstStyle>
            <a:lvl1pPr marL="0" indent="0" rtl="0">
              <a:buFont typeface="Arial" panose="020B0604020202020204" pitchFamily="34" charset="0"/>
              <a:buNone/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Subheading, Inter 18pt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0C74A261-BC6D-323A-C1FA-14B37C8E570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07125" y="4292600"/>
            <a:ext cx="5437187" cy="2052638"/>
          </a:xfrm>
        </p:spPr>
        <p:txBody>
          <a:bodyPr lIns="36000" tIns="36000" rIns="36000" bIns="36000">
            <a:norm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</a:lstStyle>
          <a:p>
            <a:pPr lvl="0"/>
            <a:r>
              <a:rPr lang="en-GB" noProof="0" dirty="0"/>
              <a:t>Content text, Arial Regular 16pt</a:t>
            </a:r>
          </a:p>
          <a:p>
            <a:pPr lvl="1"/>
            <a:r>
              <a:rPr lang="en-GB" noProof="0" dirty="0"/>
              <a:t xml:space="preserve">Content bullet, Arial Regular 16pt </a:t>
            </a:r>
          </a:p>
          <a:p>
            <a:pPr lvl="2"/>
            <a:r>
              <a:rPr lang="en-GB" noProof="0" dirty="0"/>
              <a:t>Content bullet</a:t>
            </a:r>
          </a:p>
          <a:p>
            <a:pPr lvl="3"/>
            <a:r>
              <a:rPr lang="en-GB" noProof="0" dirty="0"/>
              <a:t>Content bullet</a:t>
            </a:r>
          </a:p>
          <a:p>
            <a:pPr lvl="4"/>
            <a:r>
              <a:rPr lang="en-GB" noProof="0" dirty="0"/>
              <a:t>Content bullet</a:t>
            </a:r>
            <a:endParaRPr lang="en-GB" dirty="0"/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12A87BAF-8608-3F6C-E0D3-D0375B4325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7125" y="3944123"/>
            <a:ext cx="5437188" cy="349702"/>
          </a:xfrm>
          <a:solidFill>
            <a:schemeClr val="accent1"/>
          </a:solidFill>
        </p:spPr>
        <p:txBody>
          <a:bodyPr wrap="square" lIns="36000" tIns="36000" rIns="36000" bIns="36000">
            <a:spAutoFit/>
          </a:bodyPr>
          <a:lstStyle>
            <a:lvl1pPr marL="0" indent="0" rtl="0">
              <a:buFont typeface="Arial" panose="020B0604020202020204" pitchFamily="34" charset="0"/>
              <a:buNone/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Subheading, Inter 18pt</a:t>
            </a:r>
          </a:p>
        </p:txBody>
      </p:sp>
      <p:sp>
        <p:nvSpPr>
          <p:cNvPr id="19" name="Inhaltsplatzhalter 8">
            <a:extLst>
              <a:ext uri="{FF2B5EF4-FFF2-40B4-BE49-F238E27FC236}">
                <a16:creationId xmlns:a16="http://schemas.microsoft.com/office/drawing/2014/main" id="{AAD400F1-8D61-86FA-7582-E6C8B2564FEE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11269" y="1837097"/>
            <a:ext cx="5437187" cy="2052638"/>
          </a:xfrm>
        </p:spPr>
        <p:txBody>
          <a:bodyPr lIns="36000" tIns="36000" rIns="36000" bIns="36000">
            <a:norm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</a:lstStyle>
          <a:p>
            <a:pPr lvl="0"/>
            <a:r>
              <a:rPr lang="en-GB" noProof="0" dirty="0"/>
              <a:t>Content text, Arial Regular 16pt</a:t>
            </a:r>
          </a:p>
          <a:p>
            <a:pPr lvl="1"/>
            <a:r>
              <a:rPr lang="en-GB" noProof="0" dirty="0"/>
              <a:t xml:space="preserve">Content bullet, Arial Regular 16pt </a:t>
            </a:r>
          </a:p>
          <a:p>
            <a:pPr lvl="2"/>
            <a:r>
              <a:rPr lang="en-GB" noProof="0" dirty="0"/>
              <a:t>Content bullet</a:t>
            </a:r>
          </a:p>
          <a:p>
            <a:pPr lvl="3"/>
            <a:r>
              <a:rPr lang="en-GB" noProof="0" dirty="0"/>
              <a:t>Content bullet</a:t>
            </a:r>
          </a:p>
          <a:p>
            <a:pPr lvl="4"/>
            <a:r>
              <a:rPr lang="en-GB" noProof="0" dirty="0"/>
              <a:t>Content bullet</a:t>
            </a:r>
            <a:endParaRPr lang="en-GB" dirty="0"/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CB5899B3-F5AC-35F3-C6EE-8BE45BF848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11269" y="1488620"/>
            <a:ext cx="5437187" cy="349702"/>
          </a:xfrm>
          <a:solidFill>
            <a:schemeClr val="accent1"/>
          </a:solidFill>
        </p:spPr>
        <p:txBody>
          <a:bodyPr wrap="square" lIns="36000" tIns="36000" rIns="36000" bIns="36000">
            <a:spAutoFit/>
          </a:bodyPr>
          <a:lstStyle>
            <a:lvl1pPr marL="0" indent="0" rtl="0">
              <a:buFont typeface="Arial" panose="020B0604020202020204" pitchFamily="34" charset="0"/>
              <a:buNone/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Subheading, Inter 18pt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B21AD17E-31E8-CA54-E411-FE72EDCF157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58180" y="4293199"/>
            <a:ext cx="5437187" cy="2052638"/>
          </a:xfrm>
        </p:spPr>
        <p:txBody>
          <a:bodyPr lIns="36000" tIns="36000" rIns="36000" bIns="36000">
            <a:norm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</a:lstStyle>
          <a:p>
            <a:pPr lvl="0"/>
            <a:r>
              <a:rPr lang="en-GB" noProof="0" dirty="0"/>
              <a:t>Content text, Arial Regular 16pt</a:t>
            </a:r>
          </a:p>
          <a:p>
            <a:pPr lvl="1"/>
            <a:r>
              <a:rPr lang="en-GB" noProof="0" dirty="0"/>
              <a:t xml:space="preserve">Content bullet, Arial Regular 16pt </a:t>
            </a:r>
          </a:p>
          <a:p>
            <a:pPr lvl="2"/>
            <a:r>
              <a:rPr lang="en-GB" noProof="0" dirty="0"/>
              <a:t>Content bullet</a:t>
            </a:r>
          </a:p>
          <a:p>
            <a:pPr lvl="3"/>
            <a:r>
              <a:rPr lang="en-GB" noProof="0" dirty="0"/>
              <a:t>Content bullet</a:t>
            </a:r>
          </a:p>
          <a:p>
            <a:pPr lvl="4"/>
            <a:r>
              <a:rPr lang="en-GB" noProof="0" dirty="0"/>
              <a:t>Content bullet</a:t>
            </a:r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80623ADF-9FBB-BF7B-2477-F8CB1AEFE6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8181" y="3944123"/>
            <a:ext cx="5433044" cy="349702"/>
          </a:xfrm>
          <a:solidFill>
            <a:schemeClr val="accent1"/>
          </a:solidFill>
        </p:spPr>
        <p:txBody>
          <a:bodyPr wrap="square" lIns="36000" tIns="36000" rIns="36000" bIns="36000">
            <a:spAutoFit/>
          </a:bodyPr>
          <a:lstStyle>
            <a:lvl1pPr marL="0" indent="0" rtl="0">
              <a:buFont typeface="Arial" panose="020B0604020202020204" pitchFamily="34" charset="0"/>
              <a:buNone/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Subheading, Inter 18pt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044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74" userDrawn="1">
          <p15:clr>
            <a:srgbClr val="FBAE40"/>
          </p15:clr>
        </p15:guide>
        <p15:guide id="2" pos="3910">
          <p15:clr>
            <a:srgbClr val="FBAE40"/>
          </p15:clr>
        </p15:guide>
        <p15:guide id="3" orient="horz" pos="2432">
          <p15:clr>
            <a:srgbClr val="FBAE40"/>
          </p15:clr>
        </p15:guide>
        <p15:guide id="4" orient="horz" pos="27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94D349B2-CD55-400C-8CC2-FC5CD1F51E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51651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94D349B2-CD55-400C-8CC2-FC5CD1F51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3A834FCB-A469-4F81-A5A9-3F8CF955B3F2}" type="datetime1">
              <a:rPr lang="en-GB" smtClean="0"/>
              <a:t>30/06/2026</a:t>
            </a:fld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54038" y="997268"/>
            <a:ext cx="9682161" cy="276999"/>
          </a:xfrm>
        </p:spPr>
        <p:txBody>
          <a:bodyPr wrap="square" lIns="0" tIns="0" rIns="0" bIns="0">
            <a:spAutoFit/>
          </a:bodyPr>
          <a:lstStyle>
            <a:lvl1pPr marL="0" indent="0" rtl="0">
              <a:buFont typeface="Arial" panose="020B0604020202020204" pitchFamily="34" charset="0"/>
              <a:buNone/>
              <a:defRPr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Subheading Inter 18pt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B07B292-2432-43AE-A9DC-E57B6304B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 dirty="0"/>
              <a:t xml:space="preserve">Only Title, </a:t>
            </a:r>
            <a:r>
              <a:rPr lang="en-GB" noProof="0" dirty="0" err="1"/>
              <a:t>InterBlack</a:t>
            </a:r>
            <a:r>
              <a:rPr lang="en-GB" noProof="0" dirty="0"/>
              <a:t xml:space="preserve"> 32pt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7736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94D349B2-CD55-400C-8CC2-FC5CD1F51E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142845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94D349B2-CD55-400C-8CC2-FC5CD1F51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CC575B51-8E0E-4321-BE4F-779D9B3E49E7}" type="datetime1">
              <a:rPr lang="en-GB" smtClean="0"/>
              <a:t>30/06/2026</a:t>
            </a:fld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B07B292-2432-43AE-A9DC-E57B6304B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476250"/>
            <a:ext cx="9396413" cy="492443"/>
          </a:xfrm>
        </p:spPr>
        <p:txBody>
          <a:bodyPr vert="horz"/>
          <a:lstStyle>
            <a:lvl1pPr rtl="0">
              <a:defRPr sz="3200" b="0"/>
            </a:lvl1pPr>
          </a:lstStyle>
          <a:p>
            <a:r>
              <a:rPr lang="en-GB" noProof="0" dirty="0"/>
              <a:t>Only Large Title, Inter 32 pt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5453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Key Messag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94D349B2-CD55-400C-8CC2-FC5CD1F51E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787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94D349B2-CD55-400C-8CC2-FC5CD1F51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8270C5EA-3DB8-4C9C-8A48-34AC74D729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201025" y="0"/>
            <a:ext cx="3997325" cy="6345238"/>
          </a:xfrm>
          <a:custGeom>
            <a:avLst/>
            <a:gdLst>
              <a:gd name="connsiteX0" fmla="*/ 2513563 w 3997325"/>
              <a:gd name="connsiteY0" fmla="*/ 263197 h 6345238"/>
              <a:gd name="connsiteX1" fmla="*/ 2513563 w 3997325"/>
              <a:gd name="connsiteY1" fmla="*/ 638831 h 6345238"/>
              <a:gd name="connsiteX2" fmla="*/ 3732115 w 3997325"/>
              <a:gd name="connsiteY2" fmla="*/ 638831 h 6345238"/>
              <a:gd name="connsiteX3" fmla="*/ 3732115 w 3997325"/>
              <a:gd name="connsiteY3" fmla="*/ 263197 h 6345238"/>
              <a:gd name="connsiteX4" fmla="*/ 0 w 3997325"/>
              <a:gd name="connsiteY4" fmla="*/ 0 h 6345238"/>
              <a:gd name="connsiteX5" fmla="*/ 3997325 w 3997325"/>
              <a:gd name="connsiteY5" fmla="*/ 0 h 6345238"/>
              <a:gd name="connsiteX6" fmla="*/ 3997325 w 3997325"/>
              <a:gd name="connsiteY6" fmla="*/ 6345238 h 6345238"/>
              <a:gd name="connsiteX7" fmla="*/ 0 w 3997325"/>
              <a:gd name="connsiteY7" fmla="*/ 6345238 h 6345238"/>
              <a:gd name="connsiteX0" fmla="*/ 2513563 w 3997325"/>
              <a:gd name="connsiteY0" fmla="*/ 263197 h 6345238"/>
              <a:gd name="connsiteX1" fmla="*/ 2513563 w 3997325"/>
              <a:gd name="connsiteY1" fmla="*/ 638831 h 6345238"/>
              <a:gd name="connsiteX2" fmla="*/ 3732115 w 3997325"/>
              <a:gd name="connsiteY2" fmla="*/ 638831 h 6345238"/>
              <a:gd name="connsiteX3" fmla="*/ 2513563 w 3997325"/>
              <a:gd name="connsiteY3" fmla="*/ 263197 h 6345238"/>
              <a:gd name="connsiteX4" fmla="*/ 0 w 3997325"/>
              <a:gd name="connsiteY4" fmla="*/ 0 h 6345238"/>
              <a:gd name="connsiteX5" fmla="*/ 3997325 w 3997325"/>
              <a:gd name="connsiteY5" fmla="*/ 0 h 6345238"/>
              <a:gd name="connsiteX6" fmla="*/ 3997325 w 3997325"/>
              <a:gd name="connsiteY6" fmla="*/ 6345238 h 6345238"/>
              <a:gd name="connsiteX7" fmla="*/ 0 w 3997325"/>
              <a:gd name="connsiteY7" fmla="*/ 6345238 h 6345238"/>
              <a:gd name="connsiteX8" fmla="*/ 0 w 3997325"/>
              <a:gd name="connsiteY8" fmla="*/ 0 h 6345238"/>
              <a:gd name="connsiteX0" fmla="*/ 2513563 w 3997325"/>
              <a:gd name="connsiteY0" fmla="*/ 263197 h 6345238"/>
              <a:gd name="connsiteX1" fmla="*/ 2513563 w 3997325"/>
              <a:gd name="connsiteY1" fmla="*/ 638831 h 6345238"/>
              <a:gd name="connsiteX2" fmla="*/ 2513563 w 3997325"/>
              <a:gd name="connsiteY2" fmla="*/ 263197 h 6345238"/>
              <a:gd name="connsiteX3" fmla="*/ 0 w 3997325"/>
              <a:gd name="connsiteY3" fmla="*/ 0 h 6345238"/>
              <a:gd name="connsiteX4" fmla="*/ 3997325 w 3997325"/>
              <a:gd name="connsiteY4" fmla="*/ 0 h 6345238"/>
              <a:gd name="connsiteX5" fmla="*/ 3997325 w 3997325"/>
              <a:gd name="connsiteY5" fmla="*/ 6345238 h 6345238"/>
              <a:gd name="connsiteX6" fmla="*/ 0 w 3997325"/>
              <a:gd name="connsiteY6" fmla="*/ 6345238 h 6345238"/>
              <a:gd name="connsiteX7" fmla="*/ 0 w 3997325"/>
              <a:gd name="connsiteY7" fmla="*/ 0 h 6345238"/>
              <a:gd name="connsiteX0" fmla="*/ 0 w 3997325"/>
              <a:gd name="connsiteY0" fmla="*/ 0 h 6345238"/>
              <a:gd name="connsiteX1" fmla="*/ 3997325 w 3997325"/>
              <a:gd name="connsiteY1" fmla="*/ 0 h 6345238"/>
              <a:gd name="connsiteX2" fmla="*/ 3997325 w 3997325"/>
              <a:gd name="connsiteY2" fmla="*/ 6345238 h 6345238"/>
              <a:gd name="connsiteX3" fmla="*/ 0 w 3997325"/>
              <a:gd name="connsiteY3" fmla="*/ 6345238 h 6345238"/>
              <a:gd name="connsiteX4" fmla="*/ 0 w 3997325"/>
              <a:gd name="connsiteY4" fmla="*/ 0 h 634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97325" h="6345238">
                <a:moveTo>
                  <a:pt x="0" y="0"/>
                </a:moveTo>
                <a:lnTo>
                  <a:pt x="3997325" y="0"/>
                </a:lnTo>
                <a:lnTo>
                  <a:pt x="3997325" y="6345238"/>
                </a:lnTo>
                <a:lnTo>
                  <a:pt x="0" y="6345238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GB"/>
              <a:t>Please insert an image</a:t>
            </a:r>
            <a:br>
              <a:rPr lang="en-GB"/>
            </a:br>
            <a:br>
              <a:rPr lang="en-GB"/>
            </a:br>
            <a:br>
              <a:rPr lang="en-GB"/>
            </a:b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91289E99-0402-4A96-ADA3-F28FA149EAE3}" type="datetime1">
              <a:rPr lang="en-GB" smtClean="0"/>
              <a:t>30/06/2026</a:t>
            </a:fld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3D8095E-8FAB-4FDF-B266-07F89F65CF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3459" y="1268413"/>
            <a:ext cx="7574541" cy="1286506"/>
          </a:xfrm>
        </p:spPr>
        <p:txBody>
          <a:bodyPr wrap="square">
            <a:spAutoFit/>
          </a:bodyPr>
          <a:lstStyle>
            <a:lvl1pPr marL="0" indent="0" rtl="0">
              <a:lnSpc>
                <a:spcPct val="95000"/>
              </a:lnSpc>
              <a:buNone/>
              <a:defRPr sz="4400"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r>
              <a:rPr lang="en-GB" dirty="0"/>
              <a:t>Large Key Message with Picture, Inter 44pt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EEFE604-F18B-42FD-BAAF-8792C64469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3459" y="3069771"/>
            <a:ext cx="7574542" cy="276999"/>
          </a:xfrm>
        </p:spPr>
        <p:txBody>
          <a:bodyPr wrap="square">
            <a:spAutoFit/>
          </a:bodyPr>
          <a:lstStyle>
            <a:lvl1pPr marL="0" indent="0" rtl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Content text, Inter 18pt</a:t>
            </a:r>
          </a:p>
        </p:txBody>
      </p:sp>
      <p:pic>
        <p:nvPicPr>
          <p:cNvPr id="2" name="Grafik 1" descr="Ein Bild, das Schrift, Grafiken, Screenshot, Grafikdesign enthält.  KI-generierte Inhalte können fehlerhaft sein.">
            <a:extLst>
              <a:ext uri="{FF2B5EF4-FFF2-40B4-BE49-F238E27FC236}">
                <a16:creationId xmlns:a16="http://schemas.microsoft.com/office/drawing/2014/main" id="{35BFCA63-DF98-BBBD-E69F-D7385E4AC01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59" y="376640"/>
            <a:ext cx="1308679" cy="5565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236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2">
          <p15:clr>
            <a:srgbClr val="FBAE40"/>
          </p15:clr>
        </p15:guide>
        <p15:guide id="2" pos="5164">
          <p15:clr>
            <a:srgbClr val="FBAE40"/>
          </p15:clr>
        </p15:guide>
        <p15:guide id="3" pos="34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ize Picture with White Bo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94D349B2-CD55-400C-8CC2-FC5CD1F51E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07497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94D349B2-CD55-400C-8CC2-FC5CD1F51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AutoShape 4">
            <a:extLst>
              <a:ext uri="{FF2B5EF4-FFF2-40B4-BE49-F238E27FC236}">
                <a16:creationId xmlns:a16="http://schemas.microsoft.com/office/drawing/2014/main" id="{4275B8F0-F007-40EC-A0F4-0F0416C6FCF7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0741633" y="290242"/>
            <a:ext cx="1164461" cy="321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/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6D65ADA0-BCDB-49B9-A600-CB5C2812878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0741633" y="290242"/>
            <a:ext cx="1164461" cy="321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F2AB175-9BC9-42CC-9E51-6D28E298185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rtl="0">
              <a:defRPr/>
            </a:lvl1pPr>
          </a:lstStyle>
          <a:p>
            <a:fld id="{4942D931-358A-41CA-8FD4-0D7D2F336B34}" type="datetime1">
              <a:rPr lang="en-GB" smtClean="0"/>
              <a:t>30/06/2026</a:t>
            </a:fld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4E7702-4173-4F48-AF29-9C59421F61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37" name="Bildplatzhalter 36">
            <a:extLst>
              <a:ext uri="{FF2B5EF4-FFF2-40B4-BE49-F238E27FC236}">
                <a16:creationId xmlns:a16="http://schemas.microsoft.com/office/drawing/2014/main" id="{DF79C46A-EC12-436D-BF98-00901306EDD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12198350" cy="6858000"/>
          </a:xfrm>
          <a:custGeom>
            <a:avLst/>
            <a:gdLst>
              <a:gd name="connsiteX0" fmla="*/ 10714588 w 12198350"/>
              <a:gd name="connsiteY0" fmla="*/ 263197 h 6858000"/>
              <a:gd name="connsiteX1" fmla="*/ 10714588 w 12198350"/>
              <a:gd name="connsiteY1" fmla="*/ 638831 h 6858000"/>
              <a:gd name="connsiteX2" fmla="*/ 11933140 w 12198350"/>
              <a:gd name="connsiteY2" fmla="*/ 638831 h 6858000"/>
              <a:gd name="connsiteX3" fmla="*/ 11933140 w 12198350"/>
              <a:gd name="connsiteY3" fmla="*/ 263197 h 6858000"/>
              <a:gd name="connsiteX4" fmla="*/ 0 w 12198350"/>
              <a:gd name="connsiteY4" fmla="*/ 0 h 6858000"/>
              <a:gd name="connsiteX5" fmla="*/ 12198350 w 12198350"/>
              <a:gd name="connsiteY5" fmla="*/ 0 h 6858000"/>
              <a:gd name="connsiteX6" fmla="*/ 12198350 w 12198350"/>
              <a:gd name="connsiteY6" fmla="*/ 3600547 h 6858000"/>
              <a:gd name="connsiteX7" fmla="*/ 5653825 w 12198350"/>
              <a:gd name="connsiteY7" fmla="*/ 3600547 h 6858000"/>
              <a:gd name="connsiteX8" fmla="*/ 5653825 w 12198350"/>
              <a:gd name="connsiteY8" fmla="*/ 6857999 h 6858000"/>
              <a:gd name="connsiteX9" fmla="*/ 12198350 w 12198350"/>
              <a:gd name="connsiteY9" fmla="*/ 6857999 h 6858000"/>
              <a:gd name="connsiteX10" fmla="*/ 12198350 w 12198350"/>
              <a:gd name="connsiteY10" fmla="*/ 6858000 h 6858000"/>
              <a:gd name="connsiteX11" fmla="*/ 0 w 12198350"/>
              <a:gd name="connsiteY11" fmla="*/ 6858000 h 6858000"/>
              <a:gd name="connsiteX0" fmla="*/ 10714588 w 12198350"/>
              <a:gd name="connsiteY0" fmla="*/ 263197 h 6858000"/>
              <a:gd name="connsiteX1" fmla="*/ 10714588 w 12198350"/>
              <a:gd name="connsiteY1" fmla="*/ 638831 h 6858000"/>
              <a:gd name="connsiteX2" fmla="*/ 11933140 w 12198350"/>
              <a:gd name="connsiteY2" fmla="*/ 263197 h 6858000"/>
              <a:gd name="connsiteX3" fmla="*/ 10714588 w 12198350"/>
              <a:gd name="connsiteY3" fmla="*/ 263197 h 6858000"/>
              <a:gd name="connsiteX4" fmla="*/ 0 w 12198350"/>
              <a:gd name="connsiteY4" fmla="*/ 0 h 6858000"/>
              <a:gd name="connsiteX5" fmla="*/ 12198350 w 12198350"/>
              <a:gd name="connsiteY5" fmla="*/ 0 h 6858000"/>
              <a:gd name="connsiteX6" fmla="*/ 12198350 w 12198350"/>
              <a:gd name="connsiteY6" fmla="*/ 3600547 h 6858000"/>
              <a:gd name="connsiteX7" fmla="*/ 5653825 w 12198350"/>
              <a:gd name="connsiteY7" fmla="*/ 3600547 h 6858000"/>
              <a:gd name="connsiteX8" fmla="*/ 5653825 w 12198350"/>
              <a:gd name="connsiteY8" fmla="*/ 6857999 h 6858000"/>
              <a:gd name="connsiteX9" fmla="*/ 12198350 w 12198350"/>
              <a:gd name="connsiteY9" fmla="*/ 6857999 h 6858000"/>
              <a:gd name="connsiteX10" fmla="*/ 12198350 w 12198350"/>
              <a:gd name="connsiteY10" fmla="*/ 6858000 h 6858000"/>
              <a:gd name="connsiteX11" fmla="*/ 0 w 12198350"/>
              <a:gd name="connsiteY11" fmla="*/ 6858000 h 6858000"/>
              <a:gd name="connsiteX12" fmla="*/ 0 w 12198350"/>
              <a:gd name="connsiteY12" fmla="*/ 0 h 6858000"/>
              <a:gd name="connsiteX0" fmla="*/ 10714588 w 12198350"/>
              <a:gd name="connsiteY0" fmla="*/ 263197 h 6858000"/>
              <a:gd name="connsiteX1" fmla="*/ 10714588 w 12198350"/>
              <a:gd name="connsiteY1" fmla="*/ 638831 h 6858000"/>
              <a:gd name="connsiteX2" fmla="*/ 10714588 w 12198350"/>
              <a:gd name="connsiteY2" fmla="*/ 263197 h 6858000"/>
              <a:gd name="connsiteX3" fmla="*/ 0 w 12198350"/>
              <a:gd name="connsiteY3" fmla="*/ 0 h 6858000"/>
              <a:gd name="connsiteX4" fmla="*/ 12198350 w 12198350"/>
              <a:gd name="connsiteY4" fmla="*/ 0 h 6858000"/>
              <a:gd name="connsiteX5" fmla="*/ 12198350 w 12198350"/>
              <a:gd name="connsiteY5" fmla="*/ 3600547 h 6858000"/>
              <a:gd name="connsiteX6" fmla="*/ 5653825 w 12198350"/>
              <a:gd name="connsiteY6" fmla="*/ 3600547 h 6858000"/>
              <a:gd name="connsiteX7" fmla="*/ 5653825 w 12198350"/>
              <a:gd name="connsiteY7" fmla="*/ 6857999 h 6858000"/>
              <a:gd name="connsiteX8" fmla="*/ 12198350 w 12198350"/>
              <a:gd name="connsiteY8" fmla="*/ 6857999 h 6858000"/>
              <a:gd name="connsiteX9" fmla="*/ 12198350 w 12198350"/>
              <a:gd name="connsiteY9" fmla="*/ 6858000 h 6858000"/>
              <a:gd name="connsiteX10" fmla="*/ 0 w 12198350"/>
              <a:gd name="connsiteY10" fmla="*/ 6858000 h 6858000"/>
              <a:gd name="connsiteX11" fmla="*/ 0 w 12198350"/>
              <a:gd name="connsiteY11" fmla="*/ 0 h 6858000"/>
              <a:gd name="connsiteX0" fmla="*/ 0 w 12198350"/>
              <a:gd name="connsiteY0" fmla="*/ 0 h 6858000"/>
              <a:gd name="connsiteX1" fmla="*/ 12198350 w 12198350"/>
              <a:gd name="connsiteY1" fmla="*/ 0 h 6858000"/>
              <a:gd name="connsiteX2" fmla="*/ 12198350 w 12198350"/>
              <a:gd name="connsiteY2" fmla="*/ 3600547 h 6858000"/>
              <a:gd name="connsiteX3" fmla="*/ 5653825 w 12198350"/>
              <a:gd name="connsiteY3" fmla="*/ 3600547 h 6858000"/>
              <a:gd name="connsiteX4" fmla="*/ 5653825 w 12198350"/>
              <a:gd name="connsiteY4" fmla="*/ 6857999 h 6858000"/>
              <a:gd name="connsiteX5" fmla="*/ 12198350 w 12198350"/>
              <a:gd name="connsiteY5" fmla="*/ 6857999 h 6858000"/>
              <a:gd name="connsiteX6" fmla="*/ 12198350 w 12198350"/>
              <a:gd name="connsiteY6" fmla="*/ 6858000 h 6858000"/>
              <a:gd name="connsiteX7" fmla="*/ 0 w 12198350"/>
              <a:gd name="connsiteY7" fmla="*/ 6858000 h 6858000"/>
              <a:gd name="connsiteX8" fmla="*/ 0 w 12198350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350" h="6858000">
                <a:moveTo>
                  <a:pt x="0" y="0"/>
                </a:moveTo>
                <a:lnTo>
                  <a:pt x="12198350" y="0"/>
                </a:lnTo>
                <a:lnTo>
                  <a:pt x="12198350" y="3600547"/>
                </a:lnTo>
                <a:lnTo>
                  <a:pt x="5653825" y="3600547"/>
                </a:lnTo>
                <a:lnTo>
                  <a:pt x="5653825" y="6857999"/>
                </a:lnTo>
                <a:lnTo>
                  <a:pt x="12198350" y="6857999"/>
                </a:lnTo>
                <a:lnTo>
                  <a:pt x="1219835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GB" noProof="0" dirty="0"/>
              <a:t>Please insert an image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endParaRPr lang="en-GB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C682E0C-B1BE-4B20-975E-B40F7DFC32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4628" y="423689"/>
            <a:ext cx="3726834" cy="626701"/>
          </a:xfrm>
          <a:solidFill>
            <a:schemeClr val="accent1"/>
          </a:solidFill>
        </p:spPr>
        <p:txBody>
          <a:bodyPr wrap="square" lIns="108000" tIns="36000" rIns="108000" bIns="36000">
            <a:spAutoFit/>
          </a:bodyPr>
          <a:lstStyle>
            <a:lvl1pPr marL="0" indent="0" rtl="0">
              <a:buNone/>
              <a:defRPr sz="3600">
                <a:solidFill>
                  <a:schemeClr val="bg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dirty="0" err="1"/>
              <a:t>Fullsize</a:t>
            </a:r>
            <a:r>
              <a:rPr lang="en-GB" dirty="0"/>
              <a:t xml:space="preserve"> Picture</a:t>
            </a:r>
          </a:p>
        </p:txBody>
      </p:sp>
      <p:sp>
        <p:nvSpPr>
          <p:cNvPr id="47" name="Textplatzhalter 10">
            <a:extLst>
              <a:ext uri="{FF2B5EF4-FFF2-40B4-BE49-F238E27FC236}">
                <a16:creationId xmlns:a16="http://schemas.microsoft.com/office/drawing/2014/main" id="{F3EA6705-F654-4156-B170-2B1D3B7E07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4037" y="1122390"/>
            <a:ext cx="3664907" cy="626701"/>
          </a:xfrm>
          <a:solidFill>
            <a:schemeClr val="accent1"/>
          </a:solidFill>
        </p:spPr>
        <p:txBody>
          <a:bodyPr wrap="square" lIns="108000" tIns="36000" rIns="108000" bIns="36000">
            <a:spAutoFit/>
          </a:bodyPr>
          <a:lstStyle>
            <a:lvl1pPr marL="0" indent="0" rtl="0">
              <a:buNone/>
              <a:defRPr sz="3600">
                <a:solidFill>
                  <a:schemeClr val="bg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with White Box</a:t>
            </a:r>
          </a:p>
        </p:txBody>
      </p:sp>
      <p:sp>
        <p:nvSpPr>
          <p:cNvPr id="48" name="Textplatzhalter 10">
            <a:extLst>
              <a:ext uri="{FF2B5EF4-FFF2-40B4-BE49-F238E27FC236}">
                <a16:creationId xmlns:a16="http://schemas.microsoft.com/office/drawing/2014/main" id="{C632BAF7-1F32-42F7-AEEB-80CDCFA2AF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9773" y="1821091"/>
            <a:ext cx="4266710" cy="626701"/>
          </a:xfrm>
          <a:solidFill>
            <a:schemeClr val="accent1"/>
          </a:solidFill>
        </p:spPr>
        <p:txBody>
          <a:bodyPr wrap="square" lIns="108000" tIns="36000" rIns="108000" bIns="36000">
            <a:spAutoFit/>
          </a:bodyPr>
          <a:lstStyle>
            <a:lvl1pPr marL="0" indent="0" rtl="0">
              <a:buNone/>
              <a:defRPr sz="3600">
                <a:solidFill>
                  <a:schemeClr val="bg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/>
              <a:t>Arial Narrow 36pt</a:t>
            </a:r>
          </a:p>
        </p:txBody>
      </p:sp>
      <p:sp>
        <p:nvSpPr>
          <p:cNvPr id="49" name="Textplatzhalter 10">
            <a:extLst>
              <a:ext uri="{FF2B5EF4-FFF2-40B4-BE49-F238E27FC236}">
                <a16:creationId xmlns:a16="http://schemas.microsoft.com/office/drawing/2014/main" id="{CF627B6D-F8FD-450F-AE50-0B5CA1E520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27738" y="3875994"/>
            <a:ext cx="5616575" cy="1692771"/>
          </a:xfrm>
        </p:spPr>
        <p:txBody>
          <a:bodyPr wrap="square">
            <a:spAutoFit/>
          </a:bodyPr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 noProof="0" dirty="0"/>
              <a:t>Content text, Arial Regular 16pt</a:t>
            </a:r>
          </a:p>
          <a:p>
            <a:pPr lvl="1"/>
            <a:r>
              <a:rPr lang="en-GB" noProof="0" dirty="0"/>
              <a:t xml:space="preserve">Content bullet, Arial Regular 16pt </a:t>
            </a:r>
          </a:p>
          <a:p>
            <a:pPr lvl="2"/>
            <a:r>
              <a:rPr lang="en-GB" noProof="0" dirty="0"/>
              <a:t>Content bullet</a:t>
            </a:r>
          </a:p>
          <a:p>
            <a:pPr lvl="3"/>
            <a:r>
              <a:rPr lang="en-GB" noProof="0" dirty="0"/>
              <a:t>Content bullet</a:t>
            </a:r>
          </a:p>
          <a:p>
            <a:pPr lvl="4"/>
            <a:r>
              <a:rPr lang="en-GB" noProof="0" dirty="0"/>
              <a:t>Content bullet</a:t>
            </a:r>
            <a:endParaRPr lang="en-GB" dirty="0"/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D47E5557-CD00-48FC-8B6A-D41509E3AB49}"/>
              </a:ext>
            </a:extLst>
          </p:cNvPr>
          <p:cNvGrpSpPr/>
          <p:nvPr userDrawn="1"/>
        </p:nvGrpSpPr>
        <p:grpSpPr>
          <a:xfrm>
            <a:off x="-381198" y="-288131"/>
            <a:ext cx="12990396" cy="7454900"/>
            <a:chOff x="-381198" y="-288131"/>
            <a:chExt cx="12990396" cy="7454900"/>
          </a:xfrm>
        </p:grpSpPr>
        <p:cxnSp>
          <p:nvCxnSpPr>
            <p:cNvPr id="51" name="Gerade Verbindung 43">
              <a:extLst>
                <a:ext uri="{FF2B5EF4-FFF2-40B4-BE49-F238E27FC236}">
                  <a16:creationId xmlns:a16="http://schemas.microsoft.com/office/drawing/2014/main" id="{21502C65-61AE-448D-B2B5-0CAFB00E3210}"/>
                </a:ext>
              </a:extLst>
            </p:cNvPr>
            <p:cNvCxnSpPr/>
            <p:nvPr/>
          </p:nvCxnSpPr>
          <p:spPr bwMode="gray">
            <a:xfrm flipH="1">
              <a:off x="12338124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11">
              <a:extLst>
                <a:ext uri="{FF2B5EF4-FFF2-40B4-BE49-F238E27FC236}">
                  <a16:creationId xmlns:a16="http://schemas.microsoft.com/office/drawing/2014/main" id="{0CF83071-189D-46ED-AD19-17BC6C43FCFF}"/>
                </a:ext>
              </a:extLst>
            </p:cNvPr>
            <p:cNvCxnSpPr/>
            <p:nvPr userDrawn="1"/>
          </p:nvCxnSpPr>
          <p:spPr bwMode="gray">
            <a:xfrm flipH="1">
              <a:off x="-381198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35">
              <a:extLst>
                <a:ext uri="{FF2B5EF4-FFF2-40B4-BE49-F238E27FC236}">
                  <a16:creationId xmlns:a16="http://schemas.microsoft.com/office/drawing/2014/main" id="{5E3AACCB-36FB-48E8-9FF8-291A2DA9A4EB}"/>
                </a:ext>
              </a:extLst>
            </p:cNvPr>
            <p:cNvCxnSpPr/>
            <p:nvPr userDrawn="1"/>
          </p:nvCxnSpPr>
          <p:spPr bwMode="gray">
            <a:xfrm flipH="1">
              <a:off x="-381198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36">
              <a:extLst>
                <a:ext uri="{FF2B5EF4-FFF2-40B4-BE49-F238E27FC236}">
                  <a16:creationId xmlns:a16="http://schemas.microsoft.com/office/drawing/2014/main" id="{91841398-E18C-4A23-A64D-DB195FF2CAA4}"/>
                </a:ext>
              </a:extLst>
            </p:cNvPr>
            <p:cNvCxnSpPr/>
            <p:nvPr userDrawn="1"/>
          </p:nvCxnSpPr>
          <p:spPr bwMode="gray">
            <a:xfrm flipH="1">
              <a:off x="-381198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37">
              <a:extLst>
                <a:ext uri="{FF2B5EF4-FFF2-40B4-BE49-F238E27FC236}">
                  <a16:creationId xmlns:a16="http://schemas.microsoft.com/office/drawing/2014/main" id="{07B66F36-27D1-4476-92FC-9FC90CA2BE98}"/>
                </a:ext>
              </a:extLst>
            </p:cNvPr>
            <p:cNvCxnSpPr/>
            <p:nvPr userDrawn="1"/>
          </p:nvCxnSpPr>
          <p:spPr bwMode="gray">
            <a:xfrm flipH="1">
              <a:off x="-381198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38">
              <a:extLst>
                <a:ext uri="{FF2B5EF4-FFF2-40B4-BE49-F238E27FC236}">
                  <a16:creationId xmlns:a16="http://schemas.microsoft.com/office/drawing/2014/main" id="{CB17EDDF-ADBC-4D26-A16E-0E3D771D7CF8}"/>
                </a:ext>
              </a:extLst>
            </p:cNvPr>
            <p:cNvCxnSpPr/>
            <p:nvPr userDrawn="1"/>
          </p:nvCxnSpPr>
          <p:spPr bwMode="gray">
            <a:xfrm rot="5400000" flipH="1">
              <a:off x="1666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39">
              <a:extLst>
                <a:ext uri="{FF2B5EF4-FFF2-40B4-BE49-F238E27FC236}">
                  <a16:creationId xmlns:a16="http://schemas.microsoft.com/office/drawing/2014/main" id="{402A89DF-47A2-47F2-B871-77C7B3D381AF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40">
              <a:extLst>
                <a:ext uri="{FF2B5EF4-FFF2-40B4-BE49-F238E27FC236}">
                  <a16:creationId xmlns:a16="http://schemas.microsoft.com/office/drawing/2014/main" id="{86623D67-3381-4DE3-BA6D-C4534ADC3851}"/>
                </a:ext>
              </a:extLst>
            </p:cNvPr>
            <p:cNvCxnSpPr/>
            <p:nvPr userDrawn="1"/>
          </p:nvCxnSpPr>
          <p:spPr bwMode="gray">
            <a:xfrm flipH="1">
              <a:off x="12338124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41">
              <a:extLst>
                <a:ext uri="{FF2B5EF4-FFF2-40B4-BE49-F238E27FC236}">
                  <a16:creationId xmlns:a16="http://schemas.microsoft.com/office/drawing/2014/main" id="{8D8F85C4-989D-441A-9B6A-4464298D4E59}"/>
                </a:ext>
              </a:extLst>
            </p:cNvPr>
            <p:cNvCxnSpPr/>
            <p:nvPr userDrawn="1"/>
          </p:nvCxnSpPr>
          <p:spPr bwMode="gray">
            <a:xfrm flipH="1">
              <a:off x="12338124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42">
              <a:extLst>
                <a:ext uri="{FF2B5EF4-FFF2-40B4-BE49-F238E27FC236}">
                  <a16:creationId xmlns:a16="http://schemas.microsoft.com/office/drawing/2014/main" id="{3C39F732-742D-47DE-939D-F72453AFB82B}"/>
                </a:ext>
              </a:extLst>
            </p:cNvPr>
            <p:cNvCxnSpPr/>
            <p:nvPr userDrawn="1"/>
          </p:nvCxnSpPr>
          <p:spPr bwMode="gray">
            <a:xfrm flipH="1">
              <a:off x="12338124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44">
              <a:extLst>
                <a:ext uri="{FF2B5EF4-FFF2-40B4-BE49-F238E27FC236}">
                  <a16:creationId xmlns:a16="http://schemas.microsoft.com/office/drawing/2014/main" id="{6041FB9C-B6D7-4AB7-8688-575B883C6303}"/>
                </a:ext>
              </a:extLst>
            </p:cNvPr>
            <p:cNvCxnSpPr/>
            <p:nvPr userDrawn="1"/>
          </p:nvCxnSpPr>
          <p:spPr bwMode="gray">
            <a:xfrm rot="5400000" flipH="1">
              <a:off x="168276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 Verbindung 45">
              <a:extLst>
                <a:ext uri="{FF2B5EF4-FFF2-40B4-BE49-F238E27FC236}">
                  <a16:creationId xmlns:a16="http://schemas.microsoft.com/office/drawing/2014/main" id="{66962101-9C68-439B-9DE6-53765FF7ED98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 Verbindung 47">
              <a:extLst>
                <a:ext uri="{FF2B5EF4-FFF2-40B4-BE49-F238E27FC236}">
                  <a16:creationId xmlns:a16="http://schemas.microsoft.com/office/drawing/2014/main" id="{30CF0449-776F-4D99-B320-DC5894348845}"/>
                </a:ext>
              </a:extLst>
            </p:cNvPr>
            <p:cNvCxnSpPr/>
            <p:nvPr userDrawn="1"/>
          </p:nvCxnSpPr>
          <p:spPr bwMode="gray">
            <a:xfrm rot="5400000" flipH="1">
              <a:off x="59313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 Verbindung 49">
              <a:extLst>
                <a:ext uri="{FF2B5EF4-FFF2-40B4-BE49-F238E27FC236}">
                  <a16:creationId xmlns:a16="http://schemas.microsoft.com/office/drawing/2014/main" id="{64BE79FC-4FE5-44BC-8386-5C4500C2602C}"/>
                </a:ext>
              </a:extLst>
            </p:cNvPr>
            <p:cNvCxnSpPr/>
            <p:nvPr userDrawn="1"/>
          </p:nvCxnSpPr>
          <p:spPr bwMode="gray">
            <a:xfrm rot="5400000" flipH="1">
              <a:off x="6111082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 Verbindung 59">
              <a:extLst>
                <a:ext uri="{FF2B5EF4-FFF2-40B4-BE49-F238E27FC236}">
                  <a16:creationId xmlns:a16="http://schemas.microsoft.com/office/drawing/2014/main" id="{8FE557ED-0769-4CBE-8D54-7037C538A7F1}"/>
                </a:ext>
              </a:extLst>
            </p:cNvPr>
            <p:cNvCxnSpPr/>
            <p:nvPr userDrawn="1"/>
          </p:nvCxnSpPr>
          <p:spPr bwMode="gray">
            <a:xfrm rot="5400000" flipH="1">
              <a:off x="9849494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 Verbindung 60">
              <a:extLst>
                <a:ext uri="{FF2B5EF4-FFF2-40B4-BE49-F238E27FC236}">
                  <a16:creationId xmlns:a16="http://schemas.microsoft.com/office/drawing/2014/main" id="{0D1AC8AB-E494-4372-9B98-D8222C83979C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9849494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 Verbindung 47">
              <a:extLst>
                <a:ext uri="{FF2B5EF4-FFF2-40B4-BE49-F238E27FC236}">
                  <a16:creationId xmlns:a16="http://schemas.microsoft.com/office/drawing/2014/main" id="{896432F0-3954-4D5B-A5AF-9F235678A731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5931388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 Verbindung 49">
              <a:extLst>
                <a:ext uri="{FF2B5EF4-FFF2-40B4-BE49-F238E27FC236}">
                  <a16:creationId xmlns:a16="http://schemas.microsoft.com/office/drawing/2014/main" id="{6EFFE29F-FA1C-4394-90D5-C24758B947B2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6111082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Grafik 2" descr="Ein Bild, das Schrift, Grafiken, Screenshot, Grafikdesign enthält.  KI-generierte Inhalte können fehlerhaft sein.">
            <a:extLst>
              <a:ext uri="{FF2B5EF4-FFF2-40B4-BE49-F238E27FC236}">
                <a16:creationId xmlns:a16="http://schemas.microsoft.com/office/drawing/2014/main" id="{F5114F16-0F93-8805-F796-5053C8D7DA3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1" y="6034145"/>
            <a:ext cx="1308679" cy="5565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91210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7">
          <p15:clr>
            <a:srgbClr val="FBAE40"/>
          </p15:clr>
        </p15:guide>
        <p15:guide id="2" pos="34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ize Picture with Blu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94D349B2-CD55-400C-8CC2-FC5CD1F51E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998309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94D349B2-CD55-400C-8CC2-FC5CD1F51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D3BF34D1-C5D9-4B90-A86D-67FFE8F6767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8350" cy="6345238"/>
          </a:xfrm>
          <a:custGeom>
            <a:avLst/>
            <a:gdLst>
              <a:gd name="connsiteX0" fmla="*/ 10714588 w 12198350"/>
              <a:gd name="connsiteY0" fmla="*/ 263197 h 6858000"/>
              <a:gd name="connsiteX1" fmla="*/ 10714588 w 12198350"/>
              <a:gd name="connsiteY1" fmla="*/ 638831 h 6858000"/>
              <a:gd name="connsiteX2" fmla="*/ 11933140 w 12198350"/>
              <a:gd name="connsiteY2" fmla="*/ 638831 h 6858000"/>
              <a:gd name="connsiteX3" fmla="*/ 11933140 w 12198350"/>
              <a:gd name="connsiteY3" fmla="*/ 263197 h 6858000"/>
              <a:gd name="connsiteX4" fmla="*/ 5283199 w 12198350"/>
              <a:gd name="connsiteY4" fmla="*/ 0 h 6858000"/>
              <a:gd name="connsiteX5" fmla="*/ 12198350 w 12198350"/>
              <a:gd name="connsiteY5" fmla="*/ 0 h 6858000"/>
              <a:gd name="connsiteX6" fmla="*/ 12198350 w 12198350"/>
              <a:gd name="connsiteY6" fmla="*/ 6858000 h 6858000"/>
              <a:gd name="connsiteX7" fmla="*/ 0 w 12198350"/>
              <a:gd name="connsiteY7" fmla="*/ 6858000 h 6858000"/>
              <a:gd name="connsiteX8" fmla="*/ 0 w 12198350"/>
              <a:gd name="connsiteY8" fmla="*/ 3429000 h 6858000"/>
              <a:gd name="connsiteX9" fmla="*/ 5283199 w 12198350"/>
              <a:gd name="connsiteY9" fmla="*/ 3429000 h 6858000"/>
              <a:gd name="connsiteX0" fmla="*/ 10714588 w 12198350"/>
              <a:gd name="connsiteY0" fmla="*/ 263197 h 6858000"/>
              <a:gd name="connsiteX1" fmla="*/ 11933140 w 12198350"/>
              <a:gd name="connsiteY1" fmla="*/ 638831 h 6858000"/>
              <a:gd name="connsiteX2" fmla="*/ 11933140 w 12198350"/>
              <a:gd name="connsiteY2" fmla="*/ 263197 h 6858000"/>
              <a:gd name="connsiteX3" fmla="*/ 10714588 w 12198350"/>
              <a:gd name="connsiteY3" fmla="*/ 263197 h 6858000"/>
              <a:gd name="connsiteX4" fmla="*/ 5283199 w 12198350"/>
              <a:gd name="connsiteY4" fmla="*/ 0 h 6858000"/>
              <a:gd name="connsiteX5" fmla="*/ 12198350 w 12198350"/>
              <a:gd name="connsiteY5" fmla="*/ 0 h 6858000"/>
              <a:gd name="connsiteX6" fmla="*/ 12198350 w 12198350"/>
              <a:gd name="connsiteY6" fmla="*/ 6858000 h 6858000"/>
              <a:gd name="connsiteX7" fmla="*/ 0 w 12198350"/>
              <a:gd name="connsiteY7" fmla="*/ 6858000 h 6858000"/>
              <a:gd name="connsiteX8" fmla="*/ 0 w 12198350"/>
              <a:gd name="connsiteY8" fmla="*/ 3429000 h 6858000"/>
              <a:gd name="connsiteX9" fmla="*/ 5283199 w 12198350"/>
              <a:gd name="connsiteY9" fmla="*/ 3429000 h 6858000"/>
              <a:gd name="connsiteX10" fmla="*/ 5283199 w 12198350"/>
              <a:gd name="connsiteY10" fmla="*/ 0 h 6858000"/>
              <a:gd name="connsiteX0" fmla="*/ 10714588 w 12198350"/>
              <a:gd name="connsiteY0" fmla="*/ 263197 h 6858000"/>
              <a:gd name="connsiteX1" fmla="*/ 11933140 w 12198350"/>
              <a:gd name="connsiteY1" fmla="*/ 263197 h 6858000"/>
              <a:gd name="connsiteX2" fmla="*/ 10714588 w 12198350"/>
              <a:gd name="connsiteY2" fmla="*/ 263197 h 6858000"/>
              <a:gd name="connsiteX3" fmla="*/ 5283199 w 12198350"/>
              <a:gd name="connsiteY3" fmla="*/ 0 h 6858000"/>
              <a:gd name="connsiteX4" fmla="*/ 12198350 w 12198350"/>
              <a:gd name="connsiteY4" fmla="*/ 0 h 6858000"/>
              <a:gd name="connsiteX5" fmla="*/ 12198350 w 12198350"/>
              <a:gd name="connsiteY5" fmla="*/ 6858000 h 6858000"/>
              <a:gd name="connsiteX6" fmla="*/ 0 w 12198350"/>
              <a:gd name="connsiteY6" fmla="*/ 6858000 h 6858000"/>
              <a:gd name="connsiteX7" fmla="*/ 0 w 12198350"/>
              <a:gd name="connsiteY7" fmla="*/ 3429000 h 6858000"/>
              <a:gd name="connsiteX8" fmla="*/ 5283199 w 12198350"/>
              <a:gd name="connsiteY8" fmla="*/ 3429000 h 6858000"/>
              <a:gd name="connsiteX9" fmla="*/ 5283199 w 12198350"/>
              <a:gd name="connsiteY9" fmla="*/ 0 h 6858000"/>
              <a:gd name="connsiteX0" fmla="*/ 5283199 w 12198350"/>
              <a:gd name="connsiteY0" fmla="*/ 0 h 6858000"/>
              <a:gd name="connsiteX1" fmla="*/ 12198350 w 12198350"/>
              <a:gd name="connsiteY1" fmla="*/ 0 h 6858000"/>
              <a:gd name="connsiteX2" fmla="*/ 12198350 w 12198350"/>
              <a:gd name="connsiteY2" fmla="*/ 6858000 h 6858000"/>
              <a:gd name="connsiteX3" fmla="*/ 0 w 12198350"/>
              <a:gd name="connsiteY3" fmla="*/ 6858000 h 6858000"/>
              <a:gd name="connsiteX4" fmla="*/ 0 w 12198350"/>
              <a:gd name="connsiteY4" fmla="*/ 3429000 h 6858000"/>
              <a:gd name="connsiteX5" fmla="*/ 5283199 w 12198350"/>
              <a:gd name="connsiteY5" fmla="*/ 3429000 h 6858000"/>
              <a:gd name="connsiteX6" fmla="*/ 5283199 w 1219835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8350" h="6858000">
                <a:moveTo>
                  <a:pt x="5283199" y="0"/>
                </a:moveTo>
                <a:lnTo>
                  <a:pt x="12198350" y="0"/>
                </a:lnTo>
                <a:lnTo>
                  <a:pt x="12198350" y="6858000"/>
                </a:lnTo>
                <a:lnTo>
                  <a:pt x="0" y="6858000"/>
                </a:lnTo>
                <a:lnTo>
                  <a:pt x="0" y="3429000"/>
                </a:lnTo>
                <a:lnTo>
                  <a:pt x="5283199" y="3429000"/>
                </a:lnTo>
                <a:lnTo>
                  <a:pt x="5283199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GB" noProof="0"/>
              <a:t>Please insert an image</a:t>
            </a:r>
            <a:br>
              <a:rPr lang="en-GB" noProof="0"/>
            </a:br>
            <a:br>
              <a:rPr lang="en-GB" noProof="0"/>
            </a:br>
            <a:br>
              <a:rPr lang="en-GB" noProof="0"/>
            </a:br>
            <a:br>
              <a:rPr lang="en-GB" noProof="0"/>
            </a:b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99AB3E9-5D9E-4993-B8A7-CCB02F23F5AA}"/>
              </a:ext>
            </a:extLst>
          </p:cNvPr>
          <p:cNvSpPr/>
          <p:nvPr userDrawn="1"/>
        </p:nvSpPr>
        <p:spPr>
          <a:xfrm>
            <a:off x="0" y="0"/>
            <a:ext cx="5283199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0"/>
            <a:endParaRPr lang="en-GB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F2AB175-9BC9-42CC-9E51-6D28E298185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rtl="0">
              <a:defRPr/>
            </a:lvl1pPr>
          </a:lstStyle>
          <a:p>
            <a:fld id="{5F0BF71E-8F79-474D-B30E-AE304598581E}" type="datetime1">
              <a:rPr lang="en-GB" smtClean="0"/>
              <a:t>30/06/2026</a:t>
            </a:fld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4E7702-4173-4F48-AF29-9C59421F61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3D8095E-8FAB-4FDF-B266-07F89F65CF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038" y="401657"/>
            <a:ext cx="4453391" cy="276999"/>
          </a:xfrm>
        </p:spPr>
        <p:txBody>
          <a:bodyPr wrap="square">
            <a:spAutoFit/>
          </a:bodyPr>
          <a:lstStyle>
            <a:lvl1pPr marL="0" indent="0" rtl="0">
              <a:buNone/>
              <a:defRPr sz="1800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GB" noProof="0" dirty="0"/>
              <a:t>Subheading, Inter 18pt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E4D8FE1F-DDE4-4C98-9823-293BA316B7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4038" y="1130181"/>
            <a:ext cx="4453391" cy="1661993"/>
          </a:xfrm>
        </p:spPr>
        <p:txBody>
          <a:bodyPr wrap="square">
            <a:spAutoFit/>
          </a:bodyPr>
          <a:lstStyle>
            <a:lvl1pPr marL="0" indent="0" rtl="0">
              <a:buNone/>
              <a:defRPr sz="3600">
                <a:solidFill>
                  <a:schemeClr val="bg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dirty="0" err="1"/>
              <a:t>Fullsize</a:t>
            </a:r>
            <a:r>
              <a:rPr lang="en-GB" dirty="0"/>
              <a:t xml:space="preserve"> Picture</a:t>
            </a:r>
            <a:br>
              <a:rPr lang="en-GB" dirty="0"/>
            </a:br>
            <a:r>
              <a:rPr lang="en-GB" dirty="0"/>
              <a:t>with Blue Box</a:t>
            </a:r>
            <a:br>
              <a:rPr lang="en-GB" dirty="0"/>
            </a:br>
            <a:r>
              <a:rPr lang="en-GB" dirty="0" err="1"/>
              <a:t>InterBlack</a:t>
            </a:r>
            <a:r>
              <a:rPr lang="en-GB" dirty="0"/>
              <a:t xml:space="preserve"> 36pt</a:t>
            </a:r>
          </a:p>
        </p:txBody>
      </p:sp>
      <p:pic>
        <p:nvPicPr>
          <p:cNvPr id="6" name="Grafik 5" descr="Ein Bild, das Schrift, Grafiken, Screenshot, Grafikdesign enthält.  KI-generierte Inhalte können fehlerhaft sein.">
            <a:extLst>
              <a:ext uri="{FF2B5EF4-FFF2-40B4-BE49-F238E27FC236}">
                <a16:creationId xmlns:a16="http://schemas.microsoft.com/office/drawing/2014/main" id="{FF6983D7-8DC8-F275-C564-A0A252311EC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450" y="6593759"/>
            <a:ext cx="523175" cy="2224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33897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162">
          <p15:clr>
            <a:srgbClr val="FBAE40"/>
          </p15:clr>
        </p15:guide>
        <p15:guide id="5" pos="349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Blue and Whit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94D349B2-CD55-400C-8CC2-FC5CD1F51E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22273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94D349B2-CD55-400C-8CC2-FC5CD1F51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B6D0127E-C39C-419B-8D70-36467C810E1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83199" y="0"/>
            <a:ext cx="6915151" cy="6858000"/>
          </a:xfrm>
          <a:custGeom>
            <a:avLst/>
            <a:gdLst>
              <a:gd name="connsiteX0" fmla="*/ 10714588 w 12198350"/>
              <a:gd name="connsiteY0" fmla="*/ 263197 h 6858000"/>
              <a:gd name="connsiteX1" fmla="*/ 10714588 w 12198350"/>
              <a:gd name="connsiteY1" fmla="*/ 638831 h 6858000"/>
              <a:gd name="connsiteX2" fmla="*/ 11933140 w 12198350"/>
              <a:gd name="connsiteY2" fmla="*/ 638831 h 6858000"/>
              <a:gd name="connsiteX3" fmla="*/ 11933140 w 12198350"/>
              <a:gd name="connsiteY3" fmla="*/ 263197 h 6858000"/>
              <a:gd name="connsiteX4" fmla="*/ 5283199 w 12198350"/>
              <a:gd name="connsiteY4" fmla="*/ 0 h 6858000"/>
              <a:gd name="connsiteX5" fmla="*/ 12198350 w 12198350"/>
              <a:gd name="connsiteY5" fmla="*/ 0 h 6858000"/>
              <a:gd name="connsiteX6" fmla="*/ 12198350 w 12198350"/>
              <a:gd name="connsiteY6" fmla="*/ 6858000 h 6858000"/>
              <a:gd name="connsiteX7" fmla="*/ 0 w 12198350"/>
              <a:gd name="connsiteY7" fmla="*/ 6858000 h 6858000"/>
              <a:gd name="connsiteX8" fmla="*/ 0 w 12198350"/>
              <a:gd name="connsiteY8" fmla="*/ 6857999 h 6858000"/>
              <a:gd name="connsiteX9" fmla="*/ 5283199 w 12198350"/>
              <a:gd name="connsiteY9" fmla="*/ 6857999 h 6858000"/>
              <a:gd name="connsiteX10" fmla="*/ 5283199 w 12198350"/>
              <a:gd name="connsiteY10" fmla="*/ 3429000 h 6858000"/>
              <a:gd name="connsiteX11" fmla="*/ 5283199 w 12198350"/>
              <a:gd name="connsiteY11" fmla="*/ 3214444 h 6858000"/>
              <a:gd name="connsiteX0" fmla="*/ 10714588 w 12198350"/>
              <a:gd name="connsiteY0" fmla="*/ 263197 h 6858000"/>
              <a:gd name="connsiteX1" fmla="*/ 10714588 w 12198350"/>
              <a:gd name="connsiteY1" fmla="*/ 638831 h 6858000"/>
              <a:gd name="connsiteX2" fmla="*/ 11933140 w 12198350"/>
              <a:gd name="connsiteY2" fmla="*/ 638831 h 6858000"/>
              <a:gd name="connsiteX3" fmla="*/ 11933140 w 12198350"/>
              <a:gd name="connsiteY3" fmla="*/ 263197 h 6858000"/>
              <a:gd name="connsiteX4" fmla="*/ 10714588 w 12198350"/>
              <a:gd name="connsiteY4" fmla="*/ 263197 h 6858000"/>
              <a:gd name="connsiteX5" fmla="*/ 5283199 w 12198350"/>
              <a:gd name="connsiteY5" fmla="*/ 0 h 6858000"/>
              <a:gd name="connsiteX6" fmla="*/ 12198350 w 12198350"/>
              <a:gd name="connsiteY6" fmla="*/ 0 h 6858000"/>
              <a:gd name="connsiteX7" fmla="*/ 12198350 w 12198350"/>
              <a:gd name="connsiteY7" fmla="*/ 6858000 h 6858000"/>
              <a:gd name="connsiteX8" fmla="*/ 0 w 12198350"/>
              <a:gd name="connsiteY8" fmla="*/ 6858000 h 6858000"/>
              <a:gd name="connsiteX9" fmla="*/ 5283199 w 12198350"/>
              <a:gd name="connsiteY9" fmla="*/ 6857999 h 6858000"/>
              <a:gd name="connsiteX10" fmla="*/ 5283199 w 12198350"/>
              <a:gd name="connsiteY10" fmla="*/ 3429000 h 6858000"/>
              <a:gd name="connsiteX11" fmla="*/ 5283199 w 12198350"/>
              <a:gd name="connsiteY11" fmla="*/ 3214444 h 6858000"/>
              <a:gd name="connsiteX12" fmla="*/ 5283199 w 12198350"/>
              <a:gd name="connsiteY12" fmla="*/ 0 h 6858000"/>
              <a:gd name="connsiteX0" fmla="*/ 5431389 w 6915151"/>
              <a:gd name="connsiteY0" fmla="*/ 263197 h 6858000"/>
              <a:gd name="connsiteX1" fmla="*/ 5431389 w 6915151"/>
              <a:gd name="connsiteY1" fmla="*/ 638831 h 6858000"/>
              <a:gd name="connsiteX2" fmla="*/ 6649941 w 6915151"/>
              <a:gd name="connsiteY2" fmla="*/ 638831 h 6858000"/>
              <a:gd name="connsiteX3" fmla="*/ 6649941 w 6915151"/>
              <a:gd name="connsiteY3" fmla="*/ 263197 h 6858000"/>
              <a:gd name="connsiteX4" fmla="*/ 5431389 w 6915151"/>
              <a:gd name="connsiteY4" fmla="*/ 263197 h 6858000"/>
              <a:gd name="connsiteX5" fmla="*/ 0 w 6915151"/>
              <a:gd name="connsiteY5" fmla="*/ 0 h 6858000"/>
              <a:gd name="connsiteX6" fmla="*/ 6915151 w 6915151"/>
              <a:gd name="connsiteY6" fmla="*/ 0 h 6858000"/>
              <a:gd name="connsiteX7" fmla="*/ 6915151 w 6915151"/>
              <a:gd name="connsiteY7" fmla="*/ 6858000 h 6858000"/>
              <a:gd name="connsiteX8" fmla="*/ 0 w 6915151"/>
              <a:gd name="connsiteY8" fmla="*/ 6857999 h 6858000"/>
              <a:gd name="connsiteX9" fmla="*/ 0 w 6915151"/>
              <a:gd name="connsiteY9" fmla="*/ 3429000 h 6858000"/>
              <a:gd name="connsiteX10" fmla="*/ 0 w 6915151"/>
              <a:gd name="connsiteY10" fmla="*/ 3214444 h 6858000"/>
              <a:gd name="connsiteX11" fmla="*/ 0 w 6915151"/>
              <a:gd name="connsiteY11" fmla="*/ 0 h 6858000"/>
              <a:gd name="connsiteX0" fmla="*/ 5431389 w 6915151"/>
              <a:gd name="connsiteY0" fmla="*/ 263197 h 6858000"/>
              <a:gd name="connsiteX1" fmla="*/ 5431389 w 6915151"/>
              <a:gd name="connsiteY1" fmla="*/ 638831 h 6858000"/>
              <a:gd name="connsiteX2" fmla="*/ 6649941 w 6915151"/>
              <a:gd name="connsiteY2" fmla="*/ 638831 h 6858000"/>
              <a:gd name="connsiteX3" fmla="*/ 5431389 w 6915151"/>
              <a:gd name="connsiteY3" fmla="*/ 263197 h 6858000"/>
              <a:gd name="connsiteX4" fmla="*/ 0 w 6915151"/>
              <a:gd name="connsiteY4" fmla="*/ 0 h 6858000"/>
              <a:gd name="connsiteX5" fmla="*/ 6915151 w 6915151"/>
              <a:gd name="connsiteY5" fmla="*/ 0 h 6858000"/>
              <a:gd name="connsiteX6" fmla="*/ 6915151 w 6915151"/>
              <a:gd name="connsiteY6" fmla="*/ 6858000 h 6858000"/>
              <a:gd name="connsiteX7" fmla="*/ 0 w 6915151"/>
              <a:gd name="connsiteY7" fmla="*/ 6857999 h 6858000"/>
              <a:gd name="connsiteX8" fmla="*/ 0 w 6915151"/>
              <a:gd name="connsiteY8" fmla="*/ 3429000 h 6858000"/>
              <a:gd name="connsiteX9" fmla="*/ 0 w 6915151"/>
              <a:gd name="connsiteY9" fmla="*/ 3214444 h 6858000"/>
              <a:gd name="connsiteX10" fmla="*/ 0 w 6915151"/>
              <a:gd name="connsiteY10" fmla="*/ 0 h 6858000"/>
              <a:gd name="connsiteX0" fmla="*/ 6649941 w 6915151"/>
              <a:gd name="connsiteY0" fmla="*/ 638831 h 6858000"/>
              <a:gd name="connsiteX1" fmla="*/ 5431389 w 6915151"/>
              <a:gd name="connsiteY1" fmla="*/ 638831 h 6858000"/>
              <a:gd name="connsiteX2" fmla="*/ 6649941 w 6915151"/>
              <a:gd name="connsiteY2" fmla="*/ 638831 h 6858000"/>
              <a:gd name="connsiteX3" fmla="*/ 0 w 6915151"/>
              <a:gd name="connsiteY3" fmla="*/ 0 h 6858000"/>
              <a:gd name="connsiteX4" fmla="*/ 6915151 w 6915151"/>
              <a:gd name="connsiteY4" fmla="*/ 0 h 6858000"/>
              <a:gd name="connsiteX5" fmla="*/ 6915151 w 6915151"/>
              <a:gd name="connsiteY5" fmla="*/ 6858000 h 6858000"/>
              <a:gd name="connsiteX6" fmla="*/ 0 w 6915151"/>
              <a:gd name="connsiteY6" fmla="*/ 6857999 h 6858000"/>
              <a:gd name="connsiteX7" fmla="*/ 0 w 6915151"/>
              <a:gd name="connsiteY7" fmla="*/ 3429000 h 6858000"/>
              <a:gd name="connsiteX8" fmla="*/ 0 w 6915151"/>
              <a:gd name="connsiteY8" fmla="*/ 3214444 h 6858000"/>
              <a:gd name="connsiteX9" fmla="*/ 0 w 6915151"/>
              <a:gd name="connsiteY9" fmla="*/ 0 h 6858000"/>
              <a:gd name="connsiteX0" fmla="*/ 0 w 6915151"/>
              <a:gd name="connsiteY0" fmla="*/ 0 h 6858000"/>
              <a:gd name="connsiteX1" fmla="*/ 6915151 w 6915151"/>
              <a:gd name="connsiteY1" fmla="*/ 0 h 6858000"/>
              <a:gd name="connsiteX2" fmla="*/ 6915151 w 6915151"/>
              <a:gd name="connsiteY2" fmla="*/ 6858000 h 6858000"/>
              <a:gd name="connsiteX3" fmla="*/ 0 w 6915151"/>
              <a:gd name="connsiteY3" fmla="*/ 6857999 h 6858000"/>
              <a:gd name="connsiteX4" fmla="*/ 0 w 6915151"/>
              <a:gd name="connsiteY4" fmla="*/ 3429000 h 6858000"/>
              <a:gd name="connsiteX5" fmla="*/ 0 w 6915151"/>
              <a:gd name="connsiteY5" fmla="*/ 3214444 h 6858000"/>
              <a:gd name="connsiteX6" fmla="*/ 0 w 69151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15151" h="6858000">
                <a:moveTo>
                  <a:pt x="0" y="0"/>
                </a:moveTo>
                <a:lnTo>
                  <a:pt x="6915151" y="0"/>
                </a:lnTo>
                <a:lnTo>
                  <a:pt x="6915151" y="6858000"/>
                </a:lnTo>
                <a:lnTo>
                  <a:pt x="0" y="6857999"/>
                </a:lnTo>
                <a:lnTo>
                  <a:pt x="0" y="3429000"/>
                </a:lnTo>
                <a:lnTo>
                  <a:pt x="0" y="3214444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GB" noProof="0"/>
              <a:t>Please insert an image</a:t>
            </a:r>
            <a:br>
              <a:rPr lang="en-GB" noProof="0"/>
            </a:br>
            <a:br>
              <a:rPr lang="en-GB" noProof="0"/>
            </a:br>
            <a:br>
              <a:rPr lang="en-GB" noProof="0"/>
            </a:br>
            <a:br>
              <a:rPr lang="en-GB" noProof="0"/>
            </a:br>
            <a:endParaRPr lang="en-GB"/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4275B8F0-F007-40EC-A0F4-0F0416C6FCF7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0741633" y="290242"/>
            <a:ext cx="1164461" cy="321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99AB3E9-5D9E-4993-B8A7-CCB02F23F5AA}"/>
              </a:ext>
            </a:extLst>
          </p:cNvPr>
          <p:cNvSpPr/>
          <p:nvPr userDrawn="1"/>
        </p:nvSpPr>
        <p:spPr>
          <a:xfrm>
            <a:off x="0" y="0"/>
            <a:ext cx="5283199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0"/>
            <a:endParaRPr lang="en-GB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F2AB175-9BC9-42CC-9E51-6D28E298185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rtl="0">
              <a:defRPr/>
            </a:lvl1pPr>
          </a:lstStyle>
          <a:p>
            <a:fld id="{3F87979B-21A7-48BA-84D2-C6828359DE3C}" type="datetime1">
              <a:rPr lang="en-GB" smtClean="0"/>
              <a:t>30/06/2026</a:t>
            </a:fld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4E7702-4173-4F48-AF29-9C59421F61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E4D8FE1F-DDE4-4C98-9823-293BA316B7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4038" y="1130181"/>
            <a:ext cx="4453391" cy="1661993"/>
          </a:xfrm>
        </p:spPr>
        <p:txBody>
          <a:bodyPr wrap="square">
            <a:spAutoFit/>
          </a:bodyPr>
          <a:lstStyle>
            <a:lvl1pPr marL="0" indent="0" rtl="0">
              <a:buNone/>
              <a:defRPr sz="3600">
                <a:solidFill>
                  <a:schemeClr val="bg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dirty="0"/>
              <a:t xml:space="preserve">Picture with Blue </a:t>
            </a:r>
            <a:br>
              <a:rPr lang="en-GB" dirty="0"/>
            </a:br>
            <a:r>
              <a:rPr lang="en-GB" dirty="0"/>
              <a:t>and White Box,</a:t>
            </a:r>
            <a:br>
              <a:rPr lang="en-GB" dirty="0"/>
            </a:br>
            <a:r>
              <a:rPr lang="en-GB" dirty="0" err="1"/>
              <a:t>InterBlack</a:t>
            </a:r>
            <a:r>
              <a:rPr lang="en-GB" dirty="0"/>
              <a:t xml:space="preserve"> 36pt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3B4AC33-FA07-49E3-A94D-C50769C1A3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4037" y="3716338"/>
            <a:ext cx="4452937" cy="2628900"/>
          </a:xfrm>
        </p:spPr>
        <p:txBody>
          <a:bodyPr>
            <a:normAutofit/>
          </a:bodyPr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 noProof="0" dirty="0"/>
              <a:t>Content text, Inter 18pt</a:t>
            </a:r>
          </a:p>
          <a:p>
            <a:pPr lvl="1"/>
            <a:r>
              <a:rPr lang="en-GB" noProof="0" dirty="0"/>
              <a:t>Content bullet, Inter 18 pt</a:t>
            </a:r>
          </a:p>
          <a:p>
            <a:pPr lvl="2"/>
            <a:r>
              <a:rPr lang="en-GB" noProof="0" dirty="0"/>
              <a:t>Content bullet</a:t>
            </a:r>
          </a:p>
          <a:p>
            <a:pPr lvl="3"/>
            <a:r>
              <a:rPr lang="en-GB" noProof="0" dirty="0"/>
              <a:t>Content bullet</a:t>
            </a:r>
          </a:p>
          <a:p>
            <a:pPr lvl="4"/>
            <a:r>
              <a:rPr lang="en-GB" noProof="0" dirty="0"/>
              <a:t>Content bullet</a:t>
            </a:r>
            <a:endParaRPr lang="en-GB" dirty="0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D79C2537-0758-4306-81EF-8F8703B51150}"/>
              </a:ext>
            </a:extLst>
          </p:cNvPr>
          <p:cNvGrpSpPr/>
          <p:nvPr userDrawn="1"/>
        </p:nvGrpSpPr>
        <p:grpSpPr>
          <a:xfrm>
            <a:off x="-381198" y="-288131"/>
            <a:ext cx="12990396" cy="7454900"/>
            <a:chOff x="-381198" y="-288131"/>
            <a:chExt cx="12990396" cy="7454900"/>
          </a:xfrm>
        </p:grpSpPr>
        <p:cxnSp>
          <p:nvCxnSpPr>
            <p:cNvPr id="28" name="Gerade Verbindung 43">
              <a:extLst>
                <a:ext uri="{FF2B5EF4-FFF2-40B4-BE49-F238E27FC236}">
                  <a16:creationId xmlns:a16="http://schemas.microsoft.com/office/drawing/2014/main" id="{673FDAA3-A327-44E0-9018-821B93F7C8EC}"/>
                </a:ext>
              </a:extLst>
            </p:cNvPr>
            <p:cNvCxnSpPr/>
            <p:nvPr/>
          </p:nvCxnSpPr>
          <p:spPr bwMode="gray">
            <a:xfrm flipH="1">
              <a:off x="12338124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11">
              <a:extLst>
                <a:ext uri="{FF2B5EF4-FFF2-40B4-BE49-F238E27FC236}">
                  <a16:creationId xmlns:a16="http://schemas.microsoft.com/office/drawing/2014/main" id="{0BF806B1-6EC3-415F-86D2-66AB3ED483C9}"/>
                </a:ext>
              </a:extLst>
            </p:cNvPr>
            <p:cNvCxnSpPr/>
            <p:nvPr userDrawn="1"/>
          </p:nvCxnSpPr>
          <p:spPr bwMode="gray">
            <a:xfrm flipH="1">
              <a:off x="-381198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35">
              <a:extLst>
                <a:ext uri="{FF2B5EF4-FFF2-40B4-BE49-F238E27FC236}">
                  <a16:creationId xmlns:a16="http://schemas.microsoft.com/office/drawing/2014/main" id="{75169FC3-716F-4B60-B28A-0EC7FDA2BA19}"/>
                </a:ext>
              </a:extLst>
            </p:cNvPr>
            <p:cNvCxnSpPr/>
            <p:nvPr userDrawn="1"/>
          </p:nvCxnSpPr>
          <p:spPr bwMode="gray">
            <a:xfrm flipH="1">
              <a:off x="-381198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36">
              <a:extLst>
                <a:ext uri="{FF2B5EF4-FFF2-40B4-BE49-F238E27FC236}">
                  <a16:creationId xmlns:a16="http://schemas.microsoft.com/office/drawing/2014/main" id="{50D0F7FA-A57C-4FA9-86B4-926FD82C6017}"/>
                </a:ext>
              </a:extLst>
            </p:cNvPr>
            <p:cNvCxnSpPr/>
            <p:nvPr userDrawn="1"/>
          </p:nvCxnSpPr>
          <p:spPr bwMode="gray">
            <a:xfrm flipH="1">
              <a:off x="-381198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37">
              <a:extLst>
                <a:ext uri="{FF2B5EF4-FFF2-40B4-BE49-F238E27FC236}">
                  <a16:creationId xmlns:a16="http://schemas.microsoft.com/office/drawing/2014/main" id="{B79F2796-84BB-4517-82BD-EE88EB86BC15}"/>
                </a:ext>
              </a:extLst>
            </p:cNvPr>
            <p:cNvCxnSpPr/>
            <p:nvPr userDrawn="1"/>
          </p:nvCxnSpPr>
          <p:spPr bwMode="gray">
            <a:xfrm flipH="1">
              <a:off x="-381198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38">
              <a:extLst>
                <a:ext uri="{FF2B5EF4-FFF2-40B4-BE49-F238E27FC236}">
                  <a16:creationId xmlns:a16="http://schemas.microsoft.com/office/drawing/2014/main" id="{60DF57D4-B94A-4F44-AB62-76AECECC378E}"/>
                </a:ext>
              </a:extLst>
            </p:cNvPr>
            <p:cNvCxnSpPr/>
            <p:nvPr userDrawn="1"/>
          </p:nvCxnSpPr>
          <p:spPr bwMode="gray">
            <a:xfrm rot="5400000" flipH="1">
              <a:off x="1666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39">
              <a:extLst>
                <a:ext uri="{FF2B5EF4-FFF2-40B4-BE49-F238E27FC236}">
                  <a16:creationId xmlns:a16="http://schemas.microsoft.com/office/drawing/2014/main" id="{BE2042FF-A562-4EF7-A1C9-DD104B6A4D97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40">
              <a:extLst>
                <a:ext uri="{FF2B5EF4-FFF2-40B4-BE49-F238E27FC236}">
                  <a16:creationId xmlns:a16="http://schemas.microsoft.com/office/drawing/2014/main" id="{168ECE25-83DB-4D14-80A8-1539D3B1FA96}"/>
                </a:ext>
              </a:extLst>
            </p:cNvPr>
            <p:cNvCxnSpPr/>
            <p:nvPr userDrawn="1"/>
          </p:nvCxnSpPr>
          <p:spPr bwMode="gray">
            <a:xfrm flipH="1">
              <a:off x="12338124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41">
              <a:extLst>
                <a:ext uri="{FF2B5EF4-FFF2-40B4-BE49-F238E27FC236}">
                  <a16:creationId xmlns:a16="http://schemas.microsoft.com/office/drawing/2014/main" id="{62414925-8873-4053-81C3-AA112457C6CD}"/>
                </a:ext>
              </a:extLst>
            </p:cNvPr>
            <p:cNvCxnSpPr/>
            <p:nvPr userDrawn="1"/>
          </p:nvCxnSpPr>
          <p:spPr bwMode="gray">
            <a:xfrm flipH="1">
              <a:off x="12338124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42">
              <a:extLst>
                <a:ext uri="{FF2B5EF4-FFF2-40B4-BE49-F238E27FC236}">
                  <a16:creationId xmlns:a16="http://schemas.microsoft.com/office/drawing/2014/main" id="{99A01AF2-032B-4935-BBE9-0E35AA4F84F6}"/>
                </a:ext>
              </a:extLst>
            </p:cNvPr>
            <p:cNvCxnSpPr/>
            <p:nvPr userDrawn="1"/>
          </p:nvCxnSpPr>
          <p:spPr bwMode="gray">
            <a:xfrm flipH="1">
              <a:off x="12338124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44">
              <a:extLst>
                <a:ext uri="{FF2B5EF4-FFF2-40B4-BE49-F238E27FC236}">
                  <a16:creationId xmlns:a16="http://schemas.microsoft.com/office/drawing/2014/main" id="{34B1F52A-FB08-41FB-B6C4-30753DE5FEBB}"/>
                </a:ext>
              </a:extLst>
            </p:cNvPr>
            <p:cNvCxnSpPr/>
            <p:nvPr userDrawn="1"/>
          </p:nvCxnSpPr>
          <p:spPr bwMode="gray">
            <a:xfrm rot="5400000" flipH="1">
              <a:off x="168276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45">
              <a:extLst>
                <a:ext uri="{FF2B5EF4-FFF2-40B4-BE49-F238E27FC236}">
                  <a16:creationId xmlns:a16="http://schemas.microsoft.com/office/drawing/2014/main" id="{532577F4-546B-4E36-95E6-555E0FA2F6A3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47">
              <a:extLst>
                <a:ext uri="{FF2B5EF4-FFF2-40B4-BE49-F238E27FC236}">
                  <a16:creationId xmlns:a16="http://schemas.microsoft.com/office/drawing/2014/main" id="{8961266B-B2F0-4668-A878-7748711B23A4}"/>
                </a:ext>
              </a:extLst>
            </p:cNvPr>
            <p:cNvCxnSpPr/>
            <p:nvPr userDrawn="1"/>
          </p:nvCxnSpPr>
          <p:spPr bwMode="gray">
            <a:xfrm rot="5400000" flipH="1">
              <a:off x="59313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49">
              <a:extLst>
                <a:ext uri="{FF2B5EF4-FFF2-40B4-BE49-F238E27FC236}">
                  <a16:creationId xmlns:a16="http://schemas.microsoft.com/office/drawing/2014/main" id="{CC7D01EC-8C3C-4F70-92C9-3A7AA822B8C5}"/>
                </a:ext>
              </a:extLst>
            </p:cNvPr>
            <p:cNvCxnSpPr/>
            <p:nvPr userDrawn="1"/>
          </p:nvCxnSpPr>
          <p:spPr bwMode="gray">
            <a:xfrm rot="5400000" flipH="1">
              <a:off x="6111082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59">
              <a:extLst>
                <a:ext uri="{FF2B5EF4-FFF2-40B4-BE49-F238E27FC236}">
                  <a16:creationId xmlns:a16="http://schemas.microsoft.com/office/drawing/2014/main" id="{1FAFF3E0-AB42-4745-93CE-E118840B2B00}"/>
                </a:ext>
              </a:extLst>
            </p:cNvPr>
            <p:cNvCxnSpPr/>
            <p:nvPr userDrawn="1"/>
          </p:nvCxnSpPr>
          <p:spPr bwMode="gray">
            <a:xfrm rot="5400000" flipH="1">
              <a:off x="9849494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60">
              <a:extLst>
                <a:ext uri="{FF2B5EF4-FFF2-40B4-BE49-F238E27FC236}">
                  <a16:creationId xmlns:a16="http://schemas.microsoft.com/office/drawing/2014/main" id="{8216E58A-FAB6-4FCC-84A6-C069239F7323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9849494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47">
              <a:extLst>
                <a:ext uri="{FF2B5EF4-FFF2-40B4-BE49-F238E27FC236}">
                  <a16:creationId xmlns:a16="http://schemas.microsoft.com/office/drawing/2014/main" id="{D49DF23D-E7A9-4159-8C51-A0BD38016B28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5931388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49">
              <a:extLst>
                <a:ext uri="{FF2B5EF4-FFF2-40B4-BE49-F238E27FC236}">
                  <a16:creationId xmlns:a16="http://schemas.microsoft.com/office/drawing/2014/main" id="{2B644374-CB7F-4F3D-93E6-6BF34233915F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6111082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Grafik 2" descr="Ein Bild, das Schrift, Grafiken, Screenshot, Grafikdesign enthält.  KI-generierte Inhalte können fehlerhaft sein.">
            <a:extLst>
              <a:ext uri="{FF2B5EF4-FFF2-40B4-BE49-F238E27FC236}">
                <a16:creationId xmlns:a16="http://schemas.microsoft.com/office/drawing/2014/main" id="{F2E115DF-A96A-A84E-D118-4517B765DA5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46" y="6210040"/>
            <a:ext cx="1308679" cy="5565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2215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162">
          <p15:clr>
            <a:srgbClr val="FBAE40"/>
          </p15:clr>
        </p15:guide>
        <p15:guide id="5" pos="34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Blue Box Right with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94D349B2-CD55-400C-8CC2-FC5CD1F51E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6583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94D349B2-CD55-400C-8CC2-FC5CD1F51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hteck 12">
            <a:extLst>
              <a:ext uri="{FF2B5EF4-FFF2-40B4-BE49-F238E27FC236}">
                <a16:creationId xmlns:a16="http://schemas.microsoft.com/office/drawing/2014/main" id="{FAD2A4E0-9DC2-4537-9EFF-E40EEEE8AF2E}"/>
              </a:ext>
            </a:extLst>
          </p:cNvPr>
          <p:cNvSpPr/>
          <p:nvPr userDrawn="1"/>
        </p:nvSpPr>
        <p:spPr>
          <a:xfrm>
            <a:off x="1" y="0"/>
            <a:ext cx="12198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0"/>
            <a:endParaRPr lang="en-GB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FFBBBEC2-0B12-42F4-ACF7-7ACE9939B93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945313" cy="6858000"/>
          </a:xfrm>
          <a:solidFill>
            <a:schemeClr val="bg2"/>
          </a:solidFill>
        </p:spPr>
        <p:txBody>
          <a:bodyPr anchor="ctr"/>
          <a:lstStyle>
            <a:lvl1pPr marL="0" indent="0" algn="ctr" rtl="0">
              <a:buNone/>
              <a:defRPr/>
            </a:lvl1pPr>
          </a:lstStyle>
          <a:p>
            <a:r>
              <a:rPr lang="en-GB" noProof="0"/>
              <a:t>Please insert an image</a:t>
            </a:r>
            <a:br>
              <a:rPr lang="en-GB" noProof="0"/>
            </a:br>
            <a:br>
              <a:rPr lang="en-GB" noProof="0"/>
            </a:br>
            <a:br>
              <a:rPr lang="en-GB" noProof="0"/>
            </a:br>
            <a:br>
              <a:rPr lang="en-GB" noProof="0"/>
            </a:b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7A26750C-F4E8-4F8B-A557-9B08E4B92B47}" type="datetime1">
              <a:rPr lang="en-GB" smtClean="0"/>
              <a:t>30/06/2026</a:t>
            </a:fld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3D8095E-8FAB-4FDF-B266-07F89F65CF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75550" y="1268413"/>
            <a:ext cx="4068763" cy="2769989"/>
          </a:xfrm>
        </p:spPr>
        <p:txBody>
          <a:bodyPr wrap="square">
            <a:spAutoFit/>
          </a:bodyPr>
          <a:lstStyle>
            <a:lvl1pPr marL="0" indent="0" rtl="0">
              <a:buNone/>
              <a:defRPr sz="3600">
                <a:solidFill>
                  <a:schemeClr val="bg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dirty="0"/>
              <a:t xml:space="preserve">Picture and </a:t>
            </a:r>
            <a:br>
              <a:rPr lang="en-GB" dirty="0"/>
            </a:br>
            <a:r>
              <a:rPr lang="en-GB" dirty="0"/>
              <a:t>Blue Box Right with Key Message,</a:t>
            </a:r>
            <a:br>
              <a:rPr lang="en-GB" dirty="0"/>
            </a:br>
            <a:r>
              <a:rPr lang="en-GB" dirty="0" err="1"/>
              <a:t>InterBlack</a:t>
            </a:r>
            <a:r>
              <a:rPr lang="en-GB" dirty="0"/>
              <a:t xml:space="preserve"> 36</a:t>
            </a: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4275B8F0-F007-40EC-A0F4-0F0416C6FCF7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0741633" y="290242"/>
            <a:ext cx="1164461" cy="321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7D822F9-2FCB-48F7-AB0F-DDDAA3274195}"/>
              </a:ext>
            </a:extLst>
          </p:cNvPr>
          <p:cNvGrpSpPr/>
          <p:nvPr userDrawn="1"/>
        </p:nvGrpSpPr>
        <p:grpSpPr>
          <a:xfrm>
            <a:off x="-381198" y="-288131"/>
            <a:ext cx="12990396" cy="7454900"/>
            <a:chOff x="-381198" y="-288131"/>
            <a:chExt cx="12990396" cy="7454900"/>
          </a:xfrm>
        </p:grpSpPr>
        <p:cxnSp>
          <p:nvCxnSpPr>
            <p:cNvPr id="27" name="Gerade Verbindung 43">
              <a:extLst>
                <a:ext uri="{FF2B5EF4-FFF2-40B4-BE49-F238E27FC236}">
                  <a16:creationId xmlns:a16="http://schemas.microsoft.com/office/drawing/2014/main" id="{37380A59-BA5E-47BE-AF9D-ACAF943515F0}"/>
                </a:ext>
              </a:extLst>
            </p:cNvPr>
            <p:cNvCxnSpPr/>
            <p:nvPr/>
          </p:nvCxnSpPr>
          <p:spPr bwMode="gray">
            <a:xfrm flipH="1">
              <a:off x="12338124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11">
              <a:extLst>
                <a:ext uri="{FF2B5EF4-FFF2-40B4-BE49-F238E27FC236}">
                  <a16:creationId xmlns:a16="http://schemas.microsoft.com/office/drawing/2014/main" id="{2C97A691-2AA5-4EF2-9BF1-3AAF0F70AF18}"/>
                </a:ext>
              </a:extLst>
            </p:cNvPr>
            <p:cNvCxnSpPr/>
            <p:nvPr userDrawn="1"/>
          </p:nvCxnSpPr>
          <p:spPr bwMode="gray">
            <a:xfrm flipH="1">
              <a:off x="-381198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35">
              <a:extLst>
                <a:ext uri="{FF2B5EF4-FFF2-40B4-BE49-F238E27FC236}">
                  <a16:creationId xmlns:a16="http://schemas.microsoft.com/office/drawing/2014/main" id="{2C52F3BB-B5E9-4A2A-8037-CDB280AAFE47}"/>
                </a:ext>
              </a:extLst>
            </p:cNvPr>
            <p:cNvCxnSpPr/>
            <p:nvPr userDrawn="1"/>
          </p:nvCxnSpPr>
          <p:spPr bwMode="gray">
            <a:xfrm flipH="1">
              <a:off x="-381198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36">
              <a:extLst>
                <a:ext uri="{FF2B5EF4-FFF2-40B4-BE49-F238E27FC236}">
                  <a16:creationId xmlns:a16="http://schemas.microsoft.com/office/drawing/2014/main" id="{34B77CCB-6F8D-4864-BD27-89BC1D5D8A7F}"/>
                </a:ext>
              </a:extLst>
            </p:cNvPr>
            <p:cNvCxnSpPr/>
            <p:nvPr userDrawn="1"/>
          </p:nvCxnSpPr>
          <p:spPr bwMode="gray">
            <a:xfrm flipH="1">
              <a:off x="-381198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37">
              <a:extLst>
                <a:ext uri="{FF2B5EF4-FFF2-40B4-BE49-F238E27FC236}">
                  <a16:creationId xmlns:a16="http://schemas.microsoft.com/office/drawing/2014/main" id="{2AC26F25-2F5D-4A77-A019-A875ECF077F8}"/>
                </a:ext>
              </a:extLst>
            </p:cNvPr>
            <p:cNvCxnSpPr/>
            <p:nvPr userDrawn="1"/>
          </p:nvCxnSpPr>
          <p:spPr bwMode="gray">
            <a:xfrm flipH="1">
              <a:off x="-381198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38">
              <a:extLst>
                <a:ext uri="{FF2B5EF4-FFF2-40B4-BE49-F238E27FC236}">
                  <a16:creationId xmlns:a16="http://schemas.microsoft.com/office/drawing/2014/main" id="{62C0DF4F-AF8B-42AF-80D6-AB2928486F56}"/>
                </a:ext>
              </a:extLst>
            </p:cNvPr>
            <p:cNvCxnSpPr/>
            <p:nvPr userDrawn="1"/>
          </p:nvCxnSpPr>
          <p:spPr bwMode="gray">
            <a:xfrm rot="5400000" flipH="1">
              <a:off x="1666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39">
              <a:extLst>
                <a:ext uri="{FF2B5EF4-FFF2-40B4-BE49-F238E27FC236}">
                  <a16:creationId xmlns:a16="http://schemas.microsoft.com/office/drawing/2014/main" id="{58947508-CC95-4364-9EC7-8F2AE0114DE9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40">
              <a:extLst>
                <a:ext uri="{FF2B5EF4-FFF2-40B4-BE49-F238E27FC236}">
                  <a16:creationId xmlns:a16="http://schemas.microsoft.com/office/drawing/2014/main" id="{E94046AB-AD2E-410A-8FDA-F99C15C11FAC}"/>
                </a:ext>
              </a:extLst>
            </p:cNvPr>
            <p:cNvCxnSpPr/>
            <p:nvPr userDrawn="1"/>
          </p:nvCxnSpPr>
          <p:spPr bwMode="gray">
            <a:xfrm flipH="1">
              <a:off x="12338124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41">
              <a:extLst>
                <a:ext uri="{FF2B5EF4-FFF2-40B4-BE49-F238E27FC236}">
                  <a16:creationId xmlns:a16="http://schemas.microsoft.com/office/drawing/2014/main" id="{E73E4BD5-2A24-42AA-8795-2842B7F48952}"/>
                </a:ext>
              </a:extLst>
            </p:cNvPr>
            <p:cNvCxnSpPr/>
            <p:nvPr userDrawn="1"/>
          </p:nvCxnSpPr>
          <p:spPr bwMode="gray">
            <a:xfrm flipH="1">
              <a:off x="12338124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42">
              <a:extLst>
                <a:ext uri="{FF2B5EF4-FFF2-40B4-BE49-F238E27FC236}">
                  <a16:creationId xmlns:a16="http://schemas.microsoft.com/office/drawing/2014/main" id="{D115D86B-8C36-4543-9877-8124A8FC5024}"/>
                </a:ext>
              </a:extLst>
            </p:cNvPr>
            <p:cNvCxnSpPr/>
            <p:nvPr userDrawn="1"/>
          </p:nvCxnSpPr>
          <p:spPr bwMode="gray">
            <a:xfrm flipH="1">
              <a:off x="12338124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44">
              <a:extLst>
                <a:ext uri="{FF2B5EF4-FFF2-40B4-BE49-F238E27FC236}">
                  <a16:creationId xmlns:a16="http://schemas.microsoft.com/office/drawing/2014/main" id="{A755D694-7665-459D-8CD0-B28F5022934C}"/>
                </a:ext>
              </a:extLst>
            </p:cNvPr>
            <p:cNvCxnSpPr/>
            <p:nvPr userDrawn="1"/>
          </p:nvCxnSpPr>
          <p:spPr bwMode="gray">
            <a:xfrm rot="5400000" flipH="1">
              <a:off x="168276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45">
              <a:extLst>
                <a:ext uri="{FF2B5EF4-FFF2-40B4-BE49-F238E27FC236}">
                  <a16:creationId xmlns:a16="http://schemas.microsoft.com/office/drawing/2014/main" id="{4F5146D5-1564-4E08-B365-C0DC9B11C2EF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47">
              <a:extLst>
                <a:ext uri="{FF2B5EF4-FFF2-40B4-BE49-F238E27FC236}">
                  <a16:creationId xmlns:a16="http://schemas.microsoft.com/office/drawing/2014/main" id="{852EDE93-3619-44AE-82A0-A39132B21D36}"/>
                </a:ext>
              </a:extLst>
            </p:cNvPr>
            <p:cNvCxnSpPr/>
            <p:nvPr userDrawn="1"/>
          </p:nvCxnSpPr>
          <p:spPr bwMode="gray">
            <a:xfrm rot="5400000" flipH="1">
              <a:off x="59313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49">
              <a:extLst>
                <a:ext uri="{FF2B5EF4-FFF2-40B4-BE49-F238E27FC236}">
                  <a16:creationId xmlns:a16="http://schemas.microsoft.com/office/drawing/2014/main" id="{3A6048B9-4D75-447D-A208-FD9E8B6FAC40}"/>
                </a:ext>
              </a:extLst>
            </p:cNvPr>
            <p:cNvCxnSpPr/>
            <p:nvPr userDrawn="1"/>
          </p:nvCxnSpPr>
          <p:spPr bwMode="gray">
            <a:xfrm rot="5400000" flipH="1">
              <a:off x="6111082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59">
              <a:extLst>
                <a:ext uri="{FF2B5EF4-FFF2-40B4-BE49-F238E27FC236}">
                  <a16:creationId xmlns:a16="http://schemas.microsoft.com/office/drawing/2014/main" id="{B4EBE6D5-7678-40F5-9260-B83E8CEB9CBE}"/>
                </a:ext>
              </a:extLst>
            </p:cNvPr>
            <p:cNvCxnSpPr/>
            <p:nvPr userDrawn="1"/>
          </p:nvCxnSpPr>
          <p:spPr bwMode="gray">
            <a:xfrm rot="5400000" flipH="1">
              <a:off x="9849494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60">
              <a:extLst>
                <a:ext uri="{FF2B5EF4-FFF2-40B4-BE49-F238E27FC236}">
                  <a16:creationId xmlns:a16="http://schemas.microsoft.com/office/drawing/2014/main" id="{C1081D2F-359D-4FA8-A7A3-450B0F80FD12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9849494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47">
              <a:extLst>
                <a:ext uri="{FF2B5EF4-FFF2-40B4-BE49-F238E27FC236}">
                  <a16:creationId xmlns:a16="http://schemas.microsoft.com/office/drawing/2014/main" id="{656D03C7-46EF-4CA1-8698-7C3D5744AEE8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5931388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49">
              <a:extLst>
                <a:ext uri="{FF2B5EF4-FFF2-40B4-BE49-F238E27FC236}">
                  <a16:creationId xmlns:a16="http://schemas.microsoft.com/office/drawing/2014/main" id="{19173692-459B-42FB-AD25-3F3516A17FFD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6111082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rafik 1" descr="Ein Bild, das Schrift, Grafiken, Screenshot, Grafikdesign enthält.  KI-generierte Inhalte können fehlerhaft sein.">
            <a:extLst>
              <a:ext uri="{FF2B5EF4-FFF2-40B4-BE49-F238E27FC236}">
                <a16:creationId xmlns:a16="http://schemas.microsoft.com/office/drawing/2014/main" id="{42D8EF33-6150-A71F-5ED9-66924305173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628" y="259012"/>
            <a:ext cx="894798" cy="3805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75142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77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Box Left with Key Mess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94D349B2-CD55-400C-8CC2-FC5CD1F51E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60898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94D349B2-CD55-400C-8CC2-FC5CD1F51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hteck 46">
            <a:extLst>
              <a:ext uri="{FF2B5EF4-FFF2-40B4-BE49-F238E27FC236}">
                <a16:creationId xmlns:a16="http://schemas.microsoft.com/office/drawing/2014/main" id="{754AB603-B17B-4A9E-91C3-C1E11A9BB81C}"/>
              </a:ext>
            </a:extLst>
          </p:cNvPr>
          <p:cNvSpPr/>
          <p:nvPr userDrawn="1"/>
        </p:nvSpPr>
        <p:spPr>
          <a:xfrm>
            <a:off x="0" y="-1"/>
            <a:ext cx="5283199" cy="68721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0"/>
            <a:endParaRPr lang="en-GB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>
                <a:solidFill>
                  <a:srgbClr val="5E5E5E"/>
                </a:solidFill>
              </a:defRPr>
            </a:lvl1pPr>
          </a:lstStyle>
          <a:p>
            <a:fld id="{5F6795A3-A198-4ED1-B538-C70B9525C136}" type="datetime1">
              <a:rPr lang="en-GB" smtClean="0"/>
              <a:t>30/06/2026</a:t>
            </a:fld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rgbClr val="5E5E5E"/>
                </a:solidFill>
              </a:defRPr>
            </a:lvl1pPr>
          </a:lstStyle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4275B8F0-F007-40EC-A0F4-0F0416C6FCF7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0741633" y="290242"/>
            <a:ext cx="1164461" cy="321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7D822F9-2FCB-48F7-AB0F-DDDAA3274195}"/>
              </a:ext>
            </a:extLst>
          </p:cNvPr>
          <p:cNvGrpSpPr/>
          <p:nvPr userDrawn="1"/>
        </p:nvGrpSpPr>
        <p:grpSpPr>
          <a:xfrm>
            <a:off x="-381198" y="-288131"/>
            <a:ext cx="12990396" cy="7454900"/>
            <a:chOff x="-381198" y="-288131"/>
            <a:chExt cx="12990396" cy="7454900"/>
          </a:xfrm>
        </p:grpSpPr>
        <p:cxnSp>
          <p:nvCxnSpPr>
            <p:cNvPr id="27" name="Gerade Verbindung 43">
              <a:extLst>
                <a:ext uri="{FF2B5EF4-FFF2-40B4-BE49-F238E27FC236}">
                  <a16:creationId xmlns:a16="http://schemas.microsoft.com/office/drawing/2014/main" id="{37380A59-BA5E-47BE-AF9D-ACAF943515F0}"/>
                </a:ext>
              </a:extLst>
            </p:cNvPr>
            <p:cNvCxnSpPr/>
            <p:nvPr/>
          </p:nvCxnSpPr>
          <p:spPr bwMode="gray">
            <a:xfrm flipH="1">
              <a:off x="12338124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11">
              <a:extLst>
                <a:ext uri="{FF2B5EF4-FFF2-40B4-BE49-F238E27FC236}">
                  <a16:creationId xmlns:a16="http://schemas.microsoft.com/office/drawing/2014/main" id="{2C97A691-2AA5-4EF2-9BF1-3AAF0F70AF18}"/>
                </a:ext>
              </a:extLst>
            </p:cNvPr>
            <p:cNvCxnSpPr/>
            <p:nvPr userDrawn="1"/>
          </p:nvCxnSpPr>
          <p:spPr bwMode="gray">
            <a:xfrm flipH="1">
              <a:off x="-381198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35">
              <a:extLst>
                <a:ext uri="{FF2B5EF4-FFF2-40B4-BE49-F238E27FC236}">
                  <a16:creationId xmlns:a16="http://schemas.microsoft.com/office/drawing/2014/main" id="{2C52F3BB-B5E9-4A2A-8037-CDB280AAFE47}"/>
                </a:ext>
              </a:extLst>
            </p:cNvPr>
            <p:cNvCxnSpPr/>
            <p:nvPr userDrawn="1"/>
          </p:nvCxnSpPr>
          <p:spPr bwMode="gray">
            <a:xfrm flipH="1">
              <a:off x="-381198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36">
              <a:extLst>
                <a:ext uri="{FF2B5EF4-FFF2-40B4-BE49-F238E27FC236}">
                  <a16:creationId xmlns:a16="http://schemas.microsoft.com/office/drawing/2014/main" id="{34B77CCB-6F8D-4864-BD27-89BC1D5D8A7F}"/>
                </a:ext>
              </a:extLst>
            </p:cNvPr>
            <p:cNvCxnSpPr/>
            <p:nvPr userDrawn="1"/>
          </p:nvCxnSpPr>
          <p:spPr bwMode="gray">
            <a:xfrm flipH="1">
              <a:off x="-381198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37">
              <a:extLst>
                <a:ext uri="{FF2B5EF4-FFF2-40B4-BE49-F238E27FC236}">
                  <a16:creationId xmlns:a16="http://schemas.microsoft.com/office/drawing/2014/main" id="{2AC26F25-2F5D-4A77-A019-A875ECF077F8}"/>
                </a:ext>
              </a:extLst>
            </p:cNvPr>
            <p:cNvCxnSpPr/>
            <p:nvPr userDrawn="1"/>
          </p:nvCxnSpPr>
          <p:spPr bwMode="gray">
            <a:xfrm flipH="1">
              <a:off x="-381198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38">
              <a:extLst>
                <a:ext uri="{FF2B5EF4-FFF2-40B4-BE49-F238E27FC236}">
                  <a16:creationId xmlns:a16="http://schemas.microsoft.com/office/drawing/2014/main" id="{62C0DF4F-AF8B-42AF-80D6-AB2928486F56}"/>
                </a:ext>
              </a:extLst>
            </p:cNvPr>
            <p:cNvCxnSpPr/>
            <p:nvPr userDrawn="1"/>
          </p:nvCxnSpPr>
          <p:spPr bwMode="gray">
            <a:xfrm rot="5400000" flipH="1">
              <a:off x="1666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39">
              <a:extLst>
                <a:ext uri="{FF2B5EF4-FFF2-40B4-BE49-F238E27FC236}">
                  <a16:creationId xmlns:a16="http://schemas.microsoft.com/office/drawing/2014/main" id="{58947508-CC95-4364-9EC7-8F2AE0114DE9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40">
              <a:extLst>
                <a:ext uri="{FF2B5EF4-FFF2-40B4-BE49-F238E27FC236}">
                  <a16:creationId xmlns:a16="http://schemas.microsoft.com/office/drawing/2014/main" id="{E94046AB-AD2E-410A-8FDA-F99C15C11FAC}"/>
                </a:ext>
              </a:extLst>
            </p:cNvPr>
            <p:cNvCxnSpPr/>
            <p:nvPr userDrawn="1"/>
          </p:nvCxnSpPr>
          <p:spPr bwMode="gray">
            <a:xfrm flipH="1">
              <a:off x="12338124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41">
              <a:extLst>
                <a:ext uri="{FF2B5EF4-FFF2-40B4-BE49-F238E27FC236}">
                  <a16:creationId xmlns:a16="http://schemas.microsoft.com/office/drawing/2014/main" id="{E73E4BD5-2A24-42AA-8795-2842B7F48952}"/>
                </a:ext>
              </a:extLst>
            </p:cNvPr>
            <p:cNvCxnSpPr/>
            <p:nvPr userDrawn="1"/>
          </p:nvCxnSpPr>
          <p:spPr bwMode="gray">
            <a:xfrm flipH="1">
              <a:off x="12338124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42">
              <a:extLst>
                <a:ext uri="{FF2B5EF4-FFF2-40B4-BE49-F238E27FC236}">
                  <a16:creationId xmlns:a16="http://schemas.microsoft.com/office/drawing/2014/main" id="{D115D86B-8C36-4543-9877-8124A8FC5024}"/>
                </a:ext>
              </a:extLst>
            </p:cNvPr>
            <p:cNvCxnSpPr/>
            <p:nvPr userDrawn="1"/>
          </p:nvCxnSpPr>
          <p:spPr bwMode="gray">
            <a:xfrm flipH="1">
              <a:off x="12338124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44">
              <a:extLst>
                <a:ext uri="{FF2B5EF4-FFF2-40B4-BE49-F238E27FC236}">
                  <a16:creationId xmlns:a16="http://schemas.microsoft.com/office/drawing/2014/main" id="{A755D694-7665-459D-8CD0-B28F5022934C}"/>
                </a:ext>
              </a:extLst>
            </p:cNvPr>
            <p:cNvCxnSpPr/>
            <p:nvPr userDrawn="1"/>
          </p:nvCxnSpPr>
          <p:spPr bwMode="gray">
            <a:xfrm rot="5400000" flipH="1">
              <a:off x="168276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45">
              <a:extLst>
                <a:ext uri="{FF2B5EF4-FFF2-40B4-BE49-F238E27FC236}">
                  <a16:creationId xmlns:a16="http://schemas.microsoft.com/office/drawing/2014/main" id="{4F5146D5-1564-4E08-B365-C0DC9B11C2EF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47">
              <a:extLst>
                <a:ext uri="{FF2B5EF4-FFF2-40B4-BE49-F238E27FC236}">
                  <a16:creationId xmlns:a16="http://schemas.microsoft.com/office/drawing/2014/main" id="{852EDE93-3619-44AE-82A0-A39132B21D36}"/>
                </a:ext>
              </a:extLst>
            </p:cNvPr>
            <p:cNvCxnSpPr/>
            <p:nvPr userDrawn="1"/>
          </p:nvCxnSpPr>
          <p:spPr bwMode="gray">
            <a:xfrm rot="5400000" flipH="1">
              <a:off x="59313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49">
              <a:extLst>
                <a:ext uri="{FF2B5EF4-FFF2-40B4-BE49-F238E27FC236}">
                  <a16:creationId xmlns:a16="http://schemas.microsoft.com/office/drawing/2014/main" id="{3A6048B9-4D75-447D-A208-FD9E8B6FAC40}"/>
                </a:ext>
              </a:extLst>
            </p:cNvPr>
            <p:cNvCxnSpPr/>
            <p:nvPr userDrawn="1"/>
          </p:nvCxnSpPr>
          <p:spPr bwMode="gray">
            <a:xfrm rot="5400000" flipH="1">
              <a:off x="6111082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59">
              <a:extLst>
                <a:ext uri="{FF2B5EF4-FFF2-40B4-BE49-F238E27FC236}">
                  <a16:creationId xmlns:a16="http://schemas.microsoft.com/office/drawing/2014/main" id="{B4EBE6D5-7678-40F5-9260-B83E8CEB9CBE}"/>
                </a:ext>
              </a:extLst>
            </p:cNvPr>
            <p:cNvCxnSpPr/>
            <p:nvPr userDrawn="1"/>
          </p:nvCxnSpPr>
          <p:spPr bwMode="gray">
            <a:xfrm rot="5400000" flipH="1">
              <a:off x="9849494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60">
              <a:extLst>
                <a:ext uri="{FF2B5EF4-FFF2-40B4-BE49-F238E27FC236}">
                  <a16:creationId xmlns:a16="http://schemas.microsoft.com/office/drawing/2014/main" id="{C1081D2F-359D-4FA8-A7A3-450B0F80FD12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9849494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47">
              <a:extLst>
                <a:ext uri="{FF2B5EF4-FFF2-40B4-BE49-F238E27FC236}">
                  <a16:creationId xmlns:a16="http://schemas.microsoft.com/office/drawing/2014/main" id="{656D03C7-46EF-4CA1-8698-7C3D5744AEE8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5931388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49">
              <a:extLst>
                <a:ext uri="{FF2B5EF4-FFF2-40B4-BE49-F238E27FC236}">
                  <a16:creationId xmlns:a16="http://schemas.microsoft.com/office/drawing/2014/main" id="{19173692-459B-42FB-AD25-3F3516A17FFD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6111082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platzhalter 7">
            <a:extLst>
              <a:ext uri="{FF2B5EF4-FFF2-40B4-BE49-F238E27FC236}">
                <a16:creationId xmlns:a16="http://schemas.microsoft.com/office/drawing/2014/main" id="{F3DC000E-7D93-497E-B634-C51CB6A705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4038" y="1130181"/>
            <a:ext cx="4453391" cy="1661993"/>
          </a:xfrm>
        </p:spPr>
        <p:txBody>
          <a:bodyPr wrap="square">
            <a:spAutoFit/>
          </a:bodyPr>
          <a:lstStyle>
            <a:lvl1pPr marL="0" indent="0" rtl="0">
              <a:buNone/>
              <a:defRPr sz="3600">
                <a:solidFill>
                  <a:schemeClr val="bg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dirty="0"/>
              <a:t xml:space="preserve">Blue Box Left </a:t>
            </a:r>
            <a:br>
              <a:rPr lang="en-GB" dirty="0"/>
            </a:br>
            <a:r>
              <a:rPr lang="en-GB" dirty="0"/>
              <a:t xml:space="preserve">with Key Message </a:t>
            </a:r>
            <a:br>
              <a:rPr lang="en-GB" dirty="0"/>
            </a:br>
            <a:r>
              <a:rPr lang="en-GB" dirty="0" err="1"/>
              <a:t>InterBlack</a:t>
            </a:r>
            <a:r>
              <a:rPr lang="en-GB" dirty="0"/>
              <a:t xml:space="preserve"> 36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BFAE02F-3BF4-4BFB-A348-220F4C4A65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4037" y="3429000"/>
            <a:ext cx="4452937" cy="1692771"/>
          </a:xfrm>
        </p:spPr>
        <p:txBody>
          <a:bodyPr wrap="square">
            <a:spAutoFit/>
          </a:bodyPr>
          <a:lstStyle>
            <a:lvl1pPr rtl="0"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 rtl="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 rtl="0"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rtl="0"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rtl="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Content text, Arial Regular 16pt</a:t>
            </a:r>
          </a:p>
          <a:p>
            <a:pPr lvl="1"/>
            <a:r>
              <a:rPr lang="en-GB" noProof="0" dirty="0"/>
              <a:t xml:space="preserve">Content bullet, Arial Regular 16pt </a:t>
            </a:r>
          </a:p>
          <a:p>
            <a:pPr lvl="2"/>
            <a:r>
              <a:rPr lang="en-GB" noProof="0" dirty="0"/>
              <a:t>Content bullet</a:t>
            </a:r>
          </a:p>
          <a:p>
            <a:pPr lvl="3"/>
            <a:r>
              <a:rPr lang="en-GB" noProof="0" dirty="0"/>
              <a:t>Content bullet</a:t>
            </a:r>
          </a:p>
          <a:p>
            <a:pPr lvl="4"/>
            <a:r>
              <a:rPr lang="en-GB" noProof="0" dirty="0"/>
              <a:t>Content bullet</a:t>
            </a:r>
            <a:endParaRPr lang="en-GB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864A25C-1096-4FCF-80CF-8A40CF7030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522914" y="1484312"/>
            <a:ext cx="6121400" cy="486092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 noProof="0" dirty="0"/>
              <a:t>Content text, Arial Regular 16pt</a:t>
            </a:r>
          </a:p>
          <a:p>
            <a:pPr lvl="1"/>
            <a:r>
              <a:rPr lang="en-GB" noProof="0" dirty="0"/>
              <a:t xml:space="preserve">Content bullet, Arial Regular 16pt </a:t>
            </a:r>
          </a:p>
          <a:p>
            <a:pPr lvl="2"/>
            <a:r>
              <a:rPr lang="en-GB" noProof="0" dirty="0"/>
              <a:t>Content bullet</a:t>
            </a:r>
          </a:p>
          <a:p>
            <a:pPr lvl="3"/>
            <a:r>
              <a:rPr lang="en-GB" noProof="0" dirty="0"/>
              <a:t>Content bullet</a:t>
            </a:r>
          </a:p>
          <a:p>
            <a:pPr lvl="4"/>
            <a:r>
              <a:rPr lang="en-GB" noProof="0" dirty="0"/>
              <a:t>Content bullet</a:t>
            </a:r>
            <a:endParaRPr lang="en-GB" dirty="0"/>
          </a:p>
        </p:txBody>
      </p:sp>
      <p:pic>
        <p:nvPicPr>
          <p:cNvPr id="2" name="Grafik 1" descr="Ein Bild, das Schrift, Grafiken, Screenshot, Grafikdesign enthält.  KI-generierte Inhalte können fehlerhaft sein.">
            <a:extLst>
              <a:ext uri="{FF2B5EF4-FFF2-40B4-BE49-F238E27FC236}">
                <a16:creationId xmlns:a16="http://schemas.microsoft.com/office/drawing/2014/main" id="{EC1993DC-1C1C-A91B-8A39-C8BC6614243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628" y="259012"/>
            <a:ext cx="894798" cy="3805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30346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2">
          <p15:clr>
            <a:srgbClr val="FBAE40"/>
          </p15:clr>
        </p15:guide>
        <p15:guide id="2" pos="3479">
          <p15:clr>
            <a:srgbClr val="FBAE40"/>
          </p15:clr>
        </p15:guide>
        <p15:guide id="3" pos="34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18407045"/>
              </p:ext>
            </p:extLst>
          </p:nvPr>
        </p:nvGraphicFramePr>
        <p:xfrm>
          <a:off x="2119" y="1589"/>
          <a:ext cx="211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54038" y="5059987"/>
            <a:ext cx="6989762" cy="1107996"/>
          </a:xfrm>
          <a:noFill/>
        </p:spPr>
        <p:txBody>
          <a:bodyPr wrap="square" lIns="0" tIns="0" rIns="0" bIns="0" anchor="t">
            <a:spAutoFit/>
          </a:bodyPr>
          <a:lstStyle>
            <a:lvl1pPr marL="0" indent="0" rtl="0">
              <a:buNone/>
              <a:defRPr sz="3600" b="0" cap="none" baseline="0">
                <a:solidFill>
                  <a:schemeClr val="tx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en-GB" noProof="0" dirty="0"/>
              <a:t>Thank you for your attention,</a:t>
            </a:r>
            <a:br>
              <a:rPr lang="en-GB" noProof="0" dirty="0"/>
            </a:br>
            <a:r>
              <a:rPr lang="en-GB" dirty="0" err="1"/>
              <a:t>InterBlack</a:t>
            </a:r>
            <a:r>
              <a:rPr lang="en-GB" dirty="0"/>
              <a:t xml:space="preserve"> 36</a:t>
            </a:r>
            <a:endParaRPr lang="en-GB" noProof="0" dirty="0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F1176E56-F4D4-4F40-883F-FBCE8E78F3D7}"/>
              </a:ext>
            </a:extLst>
          </p:cNvPr>
          <p:cNvGrpSpPr/>
          <p:nvPr userDrawn="1"/>
        </p:nvGrpSpPr>
        <p:grpSpPr>
          <a:xfrm>
            <a:off x="-381198" y="-288131"/>
            <a:ext cx="12990396" cy="7454900"/>
            <a:chOff x="-381198" y="-288131"/>
            <a:chExt cx="12990396" cy="7454900"/>
          </a:xfrm>
        </p:grpSpPr>
        <p:cxnSp>
          <p:nvCxnSpPr>
            <p:cNvPr id="28" name="Gerade Verbindung 43">
              <a:extLst>
                <a:ext uri="{FF2B5EF4-FFF2-40B4-BE49-F238E27FC236}">
                  <a16:creationId xmlns:a16="http://schemas.microsoft.com/office/drawing/2014/main" id="{A5DBD71B-DB85-4490-A663-E9FD63654597}"/>
                </a:ext>
              </a:extLst>
            </p:cNvPr>
            <p:cNvCxnSpPr/>
            <p:nvPr/>
          </p:nvCxnSpPr>
          <p:spPr bwMode="gray">
            <a:xfrm flipH="1">
              <a:off x="12338124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11">
              <a:extLst>
                <a:ext uri="{FF2B5EF4-FFF2-40B4-BE49-F238E27FC236}">
                  <a16:creationId xmlns:a16="http://schemas.microsoft.com/office/drawing/2014/main" id="{E6D4ED3B-6E99-4F3E-BF79-A0D6A5753362}"/>
                </a:ext>
              </a:extLst>
            </p:cNvPr>
            <p:cNvCxnSpPr/>
            <p:nvPr userDrawn="1"/>
          </p:nvCxnSpPr>
          <p:spPr bwMode="gray">
            <a:xfrm flipH="1">
              <a:off x="-381198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35">
              <a:extLst>
                <a:ext uri="{FF2B5EF4-FFF2-40B4-BE49-F238E27FC236}">
                  <a16:creationId xmlns:a16="http://schemas.microsoft.com/office/drawing/2014/main" id="{8751C487-866B-4BBB-99F5-F428C60D8E5F}"/>
                </a:ext>
              </a:extLst>
            </p:cNvPr>
            <p:cNvCxnSpPr/>
            <p:nvPr userDrawn="1"/>
          </p:nvCxnSpPr>
          <p:spPr bwMode="gray">
            <a:xfrm flipH="1">
              <a:off x="-381198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36">
              <a:extLst>
                <a:ext uri="{FF2B5EF4-FFF2-40B4-BE49-F238E27FC236}">
                  <a16:creationId xmlns:a16="http://schemas.microsoft.com/office/drawing/2014/main" id="{40A7BC6B-B7DF-47FA-9BF3-88850687EC5D}"/>
                </a:ext>
              </a:extLst>
            </p:cNvPr>
            <p:cNvCxnSpPr/>
            <p:nvPr userDrawn="1"/>
          </p:nvCxnSpPr>
          <p:spPr bwMode="gray">
            <a:xfrm flipH="1">
              <a:off x="-381198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37">
              <a:extLst>
                <a:ext uri="{FF2B5EF4-FFF2-40B4-BE49-F238E27FC236}">
                  <a16:creationId xmlns:a16="http://schemas.microsoft.com/office/drawing/2014/main" id="{4C481A39-FFAC-495D-91C6-0771F09EDE44}"/>
                </a:ext>
              </a:extLst>
            </p:cNvPr>
            <p:cNvCxnSpPr/>
            <p:nvPr userDrawn="1"/>
          </p:nvCxnSpPr>
          <p:spPr bwMode="gray">
            <a:xfrm flipH="1">
              <a:off x="-381198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38">
              <a:extLst>
                <a:ext uri="{FF2B5EF4-FFF2-40B4-BE49-F238E27FC236}">
                  <a16:creationId xmlns:a16="http://schemas.microsoft.com/office/drawing/2014/main" id="{F9D3AFEE-3CA6-4FC7-ABB1-F5A1722CA0C5}"/>
                </a:ext>
              </a:extLst>
            </p:cNvPr>
            <p:cNvCxnSpPr/>
            <p:nvPr userDrawn="1"/>
          </p:nvCxnSpPr>
          <p:spPr bwMode="gray">
            <a:xfrm rot="5400000" flipH="1">
              <a:off x="1666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39">
              <a:extLst>
                <a:ext uri="{FF2B5EF4-FFF2-40B4-BE49-F238E27FC236}">
                  <a16:creationId xmlns:a16="http://schemas.microsoft.com/office/drawing/2014/main" id="{DD02F7A1-6375-4494-BC5F-E492F18956A3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40">
              <a:extLst>
                <a:ext uri="{FF2B5EF4-FFF2-40B4-BE49-F238E27FC236}">
                  <a16:creationId xmlns:a16="http://schemas.microsoft.com/office/drawing/2014/main" id="{ED4675C9-A8D1-4103-BC27-5CD332B9E31F}"/>
                </a:ext>
              </a:extLst>
            </p:cNvPr>
            <p:cNvCxnSpPr/>
            <p:nvPr userDrawn="1"/>
          </p:nvCxnSpPr>
          <p:spPr bwMode="gray">
            <a:xfrm flipH="1">
              <a:off x="12338124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41">
              <a:extLst>
                <a:ext uri="{FF2B5EF4-FFF2-40B4-BE49-F238E27FC236}">
                  <a16:creationId xmlns:a16="http://schemas.microsoft.com/office/drawing/2014/main" id="{E78EEFFD-9C10-4F7A-9F46-A4D748B8BB18}"/>
                </a:ext>
              </a:extLst>
            </p:cNvPr>
            <p:cNvCxnSpPr/>
            <p:nvPr userDrawn="1"/>
          </p:nvCxnSpPr>
          <p:spPr bwMode="gray">
            <a:xfrm flipH="1">
              <a:off x="12338124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42">
              <a:extLst>
                <a:ext uri="{FF2B5EF4-FFF2-40B4-BE49-F238E27FC236}">
                  <a16:creationId xmlns:a16="http://schemas.microsoft.com/office/drawing/2014/main" id="{07256D4B-079C-4D12-8BA0-8449CC728874}"/>
                </a:ext>
              </a:extLst>
            </p:cNvPr>
            <p:cNvCxnSpPr/>
            <p:nvPr userDrawn="1"/>
          </p:nvCxnSpPr>
          <p:spPr bwMode="gray">
            <a:xfrm flipH="1">
              <a:off x="12338124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44">
              <a:extLst>
                <a:ext uri="{FF2B5EF4-FFF2-40B4-BE49-F238E27FC236}">
                  <a16:creationId xmlns:a16="http://schemas.microsoft.com/office/drawing/2014/main" id="{1E68333A-761B-4232-820F-06CC02633F4D}"/>
                </a:ext>
              </a:extLst>
            </p:cNvPr>
            <p:cNvCxnSpPr/>
            <p:nvPr userDrawn="1"/>
          </p:nvCxnSpPr>
          <p:spPr bwMode="gray">
            <a:xfrm rot="5400000" flipH="1">
              <a:off x="168276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45">
              <a:extLst>
                <a:ext uri="{FF2B5EF4-FFF2-40B4-BE49-F238E27FC236}">
                  <a16:creationId xmlns:a16="http://schemas.microsoft.com/office/drawing/2014/main" id="{11D64423-3B30-4178-9D6E-E4545099F1FB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47">
              <a:extLst>
                <a:ext uri="{FF2B5EF4-FFF2-40B4-BE49-F238E27FC236}">
                  <a16:creationId xmlns:a16="http://schemas.microsoft.com/office/drawing/2014/main" id="{34530A6A-47C9-4D0A-A8AC-0AD9E73E31DD}"/>
                </a:ext>
              </a:extLst>
            </p:cNvPr>
            <p:cNvCxnSpPr/>
            <p:nvPr userDrawn="1"/>
          </p:nvCxnSpPr>
          <p:spPr bwMode="gray">
            <a:xfrm rot="5400000" flipH="1">
              <a:off x="59313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49">
              <a:extLst>
                <a:ext uri="{FF2B5EF4-FFF2-40B4-BE49-F238E27FC236}">
                  <a16:creationId xmlns:a16="http://schemas.microsoft.com/office/drawing/2014/main" id="{A2B8864B-7337-4E9D-8338-8DBC26E16D26}"/>
                </a:ext>
              </a:extLst>
            </p:cNvPr>
            <p:cNvCxnSpPr/>
            <p:nvPr userDrawn="1"/>
          </p:nvCxnSpPr>
          <p:spPr bwMode="gray">
            <a:xfrm rot="5400000" flipH="1">
              <a:off x="6111082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59">
              <a:extLst>
                <a:ext uri="{FF2B5EF4-FFF2-40B4-BE49-F238E27FC236}">
                  <a16:creationId xmlns:a16="http://schemas.microsoft.com/office/drawing/2014/main" id="{7443D3EC-29A1-426D-9C6F-E7DEC14749D0}"/>
                </a:ext>
              </a:extLst>
            </p:cNvPr>
            <p:cNvCxnSpPr/>
            <p:nvPr userDrawn="1"/>
          </p:nvCxnSpPr>
          <p:spPr bwMode="gray">
            <a:xfrm rot="5400000" flipH="1">
              <a:off x="9849494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60">
              <a:extLst>
                <a:ext uri="{FF2B5EF4-FFF2-40B4-BE49-F238E27FC236}">
                  <a16:creationId xmlns:a16="http://schemas.microsoft.com/office/drawing/2014/main" id="{12D5BE4B-FB19-4E4F-B95E-23DE9A594E4B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9849494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47">
              <a:extLst>
                <a:ext uri="{FF2B5EF4-FFF2-40B4-BE49-F238E27FC236}">
                  <a16:creationId xmlns:a16="http://schemas.microsoft.com/office/drawing/2014/main" id="{EFBE4775-1A45-40FE-8D61-7FDECA25B8E0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5931388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49">
              <a:extLst>
                <a:ext uri="{FF2B5EF4-FFF2-40B4-BE49-F238E27FC236}">
                  <a16:creationId xmlns:a16="http://schemas.microsoft.com/office/drawing/2014/main" id="{C69DE1E5-2928-4227-9F94-AE7A7D816D99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6111082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hteck 46">
            <a:extLst>
              <a:ext uri="{FF2B5EF4-FFF2-40B4-BE49-F238E27FC236}">
                <a16:creationId xmlns:a16="http://schemas.microsoft.com/office/drawing/2014/main" id="{A3BB5194-F422-4CF4-A3E4-0A5F0299250F}"/>
              </a:ext>
            </a:extLst>
          </p:cNvPr>
          <p:cNvSpPr>
            <a:spLocks/>
          </p:cNvSpPr>
          <p:nvPr userDrawn="1"/>
        </p:nvSpPr>
        <p:spPr>
          <a:xfrm rot="5400000">
            <a:off x="4032001" y="2450381"/>
            <a:ext cx="68397" cy="813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eaLnBrk="1"/>
            <a:endParaRPr lang="en-GB" noProof="0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215F2271-2C7B-4893-B6EC-5F4FE8B1477E}"/>
              </a:ext>
            </a:extLst>
          </p:cNvPr>
          <p:cNvSpPr>
            <a:spLocks/>
          </p:cNvSpPr>
          <p:nvPr userDrawn="1"/>
        </p:nvSpPr>
        <p:spPr>
          <a:xfrm rot="5400000">
            <a:off x="10164599" y="4518581"/>
            <a:ext cx="68400" cy="399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eaLnBrk="1"/>
            <a:endParaRPr lang="en-GB" noProof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C3D6CA64-CE22-4C0E-B89B-8854D67040F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6174"/>
            <a:ext cx="12198350" cy="5112327"/>
          </a:xfrm>
          <a:custGeom>
            <a:avLst/>
            <a:gdLst>
              <a:gd name="connsiteX0" fmla="*/ 10215479 w 12198350"/>
              <a:gd name="connsiteY0" fmla="*/ 263197 h 5105400"/>
              <a:gd name="connsiteX1" fmla="*/ 10215479 w 12198350"/>
              <a:gd name="connsiteY1" fmla="*/ 792687 h 5105400"/>
              <a:gd name="connsiteX2" fmla="*/ 11933140 w 12198350"/>
              <a:gd name="connsiteY2" fmla="*/ 792687 h 5105400"/>
              <a:gd name="connsiteX3" fmla="*/ 11933140 w 12198350"/>
              <a:gd name="connsiteY3" fmla="*/ 263197 h 5105400"/>
              <a:gd name="connsiteX4" fmla="*/ 0 w 12198350"/>
              <a:gd name="connsiteY4" fmla="*/ 0 h 5105400"/>
              <a:gd name="connsiteX5" fmla="*/ 12198350 w 12198350"/>
              <a:gd name="connsiteY5" fmla="*/ 0 h 5105400"/>
              <a:gd name="connsiteX6" fmla="*/ 12198350 w 12198350"/>
              <a:gd name="connsiteY6" fmla="*/ 5105400 h 5105400"/>
              <a:gd name="connsiteX7" fmla="*/ 8191500 w 12198350"/>
              <a:gd name="connsiteY7" fmla="*/ 5105400 h 5105400"/>
              <a:gd name="connsiteX8" fmla="*/ 8191500 w 12198350"/>
              <a:gd name="connsiteY8" fmla="*/ 4745737 h 5105400"/>
              <a:gd name="connsiteX9" fmla="*/ 0 w 12198350"/>
              <a:gd name="connsiteY9" fmla="*/ 4745737 h 5105400"/>
              <a:gd name="connsiteX0" fmla="*/ 10215479 w 12198350"/>
              <a:gd name="connsiteY0" fmla="*/ 263197 h 5105400"/>
              <a:gd name="connsiteX1" fmla="*/ 10215479 w 12198350"/>
              <a:gd name="connsiteY1" fmla="*/ 792687 h 5105400"/>
              <a:gd name="connsiteX2" fmla="*/ 11933140 w 12198350"/>
              <a:gd name="connsiteY2" fmla="*/ 792687 h 5105400"/>
              <a:gd name="connsiteX3" fmla="*/ 12180790 w 12198350"/>
              <a:gd name="connsiteY3" fmla="*/ 6022 h 5105400"/>
              <a:gd name="connsiteX4" fmla="*/ 10215479 w 12198350"/>
              <a:gd name="connsiteY4" fmla="*/ 263197 h 5105400"/>
              <a:gd name="connsiteX5" fmla="*/ 0 w 12198350"/>
              <a:gd name="connsiteY5" fmla="*/ 0 h 5105400"/>
              <a:gd name="connsiteX6" fmla="*/ 12198350 w 12198350"/>
              <a:gd name="connsiteY6" fmla="*/ 0 h 5105400"/>
              <a:gd name="connsiteX7" fmla="*/ 12198350 w 12198350"/>
              <a:gd name="connsiteY7" fmla="*/ 5105400 h 5105400"/>
              <a:gd name="connsiteX8" fmla="*/ 8191500 w 12198350"/>
              <a:gd name="connsiteY8" fmla="*/ 5105400 h 5105400"/>
              <a:gd name="connsiteX9" fmla="*/ 8191500 w 12198350"/>
              <a:gd name="connsiteY9" fmla="*/ 4745737 h 5105400"/>
              <a:gd name="connsiteX10" fmla="*/ 0 w 12198350"/>
              <a:gd name="connsiteY10" fmla="*/ 4745737 h 5105400"/>
              <a:gd name="connsiteX11" fmla="*/ 0 w 12198350"/>
              <a:gd name="connsiteY11" fmla="*/ 0 h 5105400"/>
              <a:gd name="connsiteX0" fmla="*/ 10215479 w 12199840"/>
              <a:gd name="connsiteY0" fmla="*/ 263197 h 5105400"/>
              <a:gd name="connsiteX1" fmla="*/ 10215479 w 12199840"/>
              <a:gd name="connsiteY1" fmla="*/ 792687 h 5105400"/>
              <a:gd name="connsiteX2" fmla="*/ 12199840 w 12199840"/>
              <a:gd name="connsiteY2" fmla="*/ 792687 h 5105400"/>
              <a:gd name="connsiteX3" fmla="*/ 12180790 w 12199840"/>
              <a:gd name="connsiteY3" fmla="*/ 6022 h 5105400"/>
              <a:gd name="connsiteX4" fmla="*/ 10215479 w 12199840"/>
              <a:gd name="connsiteY4" fmla="*/ 263197 h 5105400"/>
              <a:gd name="connsiteX5" fmla="*/ 0 w 12199840"/>
              <a:gd name="connsiteY5" fmla="*/ 0 h 5105400"/>
              <a:gd name="connsiteX6" fmla="*/ 12198350 w 12199840"/>
              <a:gd name="connsiteY6" fmla="*/ 0 h 5105400"/>
              <a:gd name="connsiteX7" fmla="*/ 12198350 w 12199840"/>
              <a:gd name="connsiteY7" fmla="*/ 5105400 h 5105400"/>
              <a:gd name="connsiteX8" fmla="*/ 8191500 w 12199840"/>
              <a:gd name="connsiteY8" fmla="*/ 5105400 h 5105400"/>
              <a:gd name="connsiteX9" fmla="*/ 8191500 w 12199840"/>
              <a:gd name="connsiteY9" fmla="*/ 4745737 h 5105400"/>
              <a:gd name="connsiteX10" fmla="*/ 0 w 12199840"/>
              <a:gd name="connsiteY10" fmla="*/ 4745737 h 5105400"/>
              <a:gd name="connsiteX11" fmla="*/ 0 w 12199840"/>
              <a:gd name="connsiteY11" fmla="*/ 0 h 5105400"/>
              <a:gd name="connsiteX0" fmla="*/ 10891754 w 12199840"/>
              <a:gd name="connsiteY0" fmla="*/ 6022 h 5105400"/>
              <a:gd name="connsiteX1" fmla="*/ 10215479 w 12199840"/>
              <a:gd name="connsiteY1" fmla="*/ 792687 h 5105400"/>
              <a:gd name="connsiteX2" fmla="*/ 12199840 w 12199840"/>
              <a:gd name="connsiteY2" fmla="*/ 792687 h 5105400"/>
              <a:gd name="connsiteX3" fmla="*/ 12180790 w 12199840"/>
              <a:gd name="connsiteY3" fmla="*/ 6022 h 5105400"/>
              <a:gd name="connsiteX4" fmla="*/ 10891754 w 12199840"/>
              <a:gd name="connsiteY4" fmla="*/ 6022 h 5105400"/>
              <a:gd name="connsiteX5" fmla="*/ 0 w 12199840"/>
              <a:gd name="connsiteY5" fmla="*/ 0 h 5105400"/>
              <a:gd name="connsiteX6" fmla="*/ 12198350 w 12199840"/>
              <a:gd name="connsiteY6" fmla="*/ 0 h 5105400"/>
              <a:gd name="connsiteX7" fmla="*/ 12198350 w 12199840"/>
              <a:gd name="connsiteY7" fmla="*/ 5105400 h 5105400"/>
              <a:gd name="connsiteX8" fmla="*/ 8191500 w 12199840"/>
              <a:gd name="connsiteY8" fmla="*/ 5105400 h 5105400"/>
              <a:gd name="connsiteX9" fmla="*/ 8191500 w 12199840"/>
              <a:gd name="connsiteY9" fmla="*/ 4745737 h 5105400"/>
              <a:gd name="connsiteX10" fmla="*/ 0 w 12199840"/>
              <a:gd name="connsiteY10" fmla="*/ 4745737 h 5105400"/>
              <a:gd name="connsiteX11" fmla="*/ 0 w 12199840"/>
              <a:gd name="connsiteY11" fmla="*/ 0 h 5105400"/>
              <a:gd name="connsiteX0" fmla="*/ 10891754 w 12199840"/>
              <a:gd name="connsiteY0" fmla="*/ 6022 h 5105400"/>
              <a:gd name="connsiteX1" fmla="*/ 10910804 w 12199840"/>
              <a:gd name="connsiteY1" fmla="*/ 783162 h 5105400"/>
              <a:gd name="connsiteX2" fmla="*/ 12199840 w 12199840"/>
              <a:gd name="connsiteY2" fmla="*/ 792687 h 5105400"/>
              <a:gd name="connsiteX3" fmla="*/ 12180790 w 12199840"/>
              <a:gd name="connsiteY3" fmla="*/ 6022 h 5105400"/>
              <a:gd name="connsiteX4" fmla="*/ 10891754 w 12199840"/>
              <a:gd name="connsiteY4" fmla="*/ 6022 h 5105400"/>
              <a:gd name="connsiteX5" fmla="*/ 0 w 12199840"/>
              <a:gd name="connsiteY5" fmla="*/ 0 h 5105400"/>
              <a:gd name="connsiteX6" fmla="*/ 12198350 w 12199840"/>
              <a:gd name="connsiteY6" fmla="*/ 0 h 5105400"/>
              <a:gd name="connsiteX7" fmla="*/ 12198350 w 12199840"/>
              <a:gd name="connsiteY7" fmla="*/ 5105400 h 5105400"/>
              <a:gd name="connsiteX8" fmla="*/ 8191500 w 12199840"/>
              <a:gd name="connsiteY8" fmla="*/ 5105400 h 5105400"/>
              <a:gd name="connsiteX9" fmla="*/ 8191500 w 12199840"/>
              <a:gd name="connsiteY9" fmla="*/ 4745737 h 5105400"/>
              <a:gd name="connsiteX10" fmla="*/ 0 w 12199840"/>
              <a:gd name="connsiteY10" fmla="*/ 4745737 h 5105400"/>
              <a:gd name="connsiteX11" fmla="*/ 0 w 12199840"/>
              <a:gd name="connsiteY11" fmla="*/ 0 h 5105400"/>
              <a:gd name="connsiteX0" fmla="*/ 10891754 w 12209365"/>
              <a:gd name="connsiteY0" fmla="*/ 6022 h 5105400"/>
              <a:gd name="connsiteX1" fmla="*/ 10910804 w 12209365"/>
              <a:gd name="connsiteY1" fmla="*/ 783162 h 5105400"/>
              <a:gd name="connsiteX2" fmla="*/ 12209365 w 12209365"/>
              <a:gd name="connsiteY2" fmla="*/ 802212 h 5105400"/>
              <a:gd name="connsiteX3" fmla="*/ 12180790 w 12209365"/>
              <a:gd name="connsiteY3" fmla="*/ 6022 h 5105400"/>
              <a:gd name="connsiteX4" fmla="*/ 10891754 w 12209365"/>
              <a:gd name="connsiteY4" fmla="*/ 6022 h 5105400"/>
              <a:gd name="connsiteX5" fmla="*/ 0 w 12209365"/>
              <a:gd name="connsiteY5" fmla="*/ 0 h 5105400"/>
              <a:gd name="connsiteX6" fmla="*/ 12198350 w 12209365"/>
              <a:gd name="connsiteY6" fmla="*/ 0 h 5105400"/>
              <a:gd name="connsiteX7" fmla="*/ 12198350 w 12209365"/>
              <a:gd name="connsiteY7" fmla="*/ 5105400 h 5105400"/>
              <a:gd name="connsiteX8" fmla="*/ 8191500 w 12209365"/>
              <a:gd name="connsiteY8" fmla="*/ 5105400 h 5105400"/>
              <a:gd name="connsiteX9" fmla="*/ 8191500 w 12209365"/>
              <a:gd name="connsiteY9" fmla="*/ 4745737 h 5105400"/>
              <a:gd name="connsiteX10" fmla="*/ 0 w 12209365"/>
              <a:gd name="connsiteY10" fmla="*/ 4745737 h 5105400"/>
              <a:gd name="connsiteX11" fmla="*/ 0 w 12209365"/>
              <a:gd name="connsiteY11" fmla="*/ 0 h 5105400"/>
              <a:gd name="connsiteX0" fmla="*/ 10910804 w 12209365"/>
              <a:gd name="connsiteY0" fmla="*/ 0 h 5108903"/>
              <a:gd name="connsiteX1" fmla="*/ 10910804 w 12209365"/>
              <a:gd name="connsiteY1" fmla="*/ 786665 h 5108903"/>
              <a:gd name="connsiteX2" fmla="*/ 12209365 w 12209365"/>
              <a:gd name="connsiteY2" fmla="*/ 805715 h 5108903"/>
              <a:gd name="connsiteX3" fmla="*/ 12180790 w 12209365"/>
              <a:gd name="connsiteY3" fmla="*/ 9525 h 5108903"/>
              <a:gd name="connsiteX4" fmla="*/ 10910804 w 12209365"/>
              <a:gd name="connsiteY4" fmla="*/ 0 h 5108903"/>
              <a:gd name="connsiteX5" fmla="*/ 0 w 12209365"/>
              <a:gd name="connsiteY5" fmla="*/ 3503 h 5108903"/>
              <a:gd name="connsiteX6" fmla="*/ 12198350 w 12209365"/>
              <a:gd name="connsiteY6" fmla="*/ 3503 h 5108903"/>
              <a:gd name="connsiteX7" fmla="*/ 12198350 w 12209365"/>
              <a:gd name="connsiteY7" fmla="*/ 5108903 h 5108903"/>
              <a:gd name="connsiteX8" fmla="*/ 8191500 w 12209365"/>
              <a:gd name="connsiteY8" fmla="*/ 5108903 h 5108903"/>
              <a:gd name="connsiteX9" fmla="*/ 8191500 w 12209365"/>
              <a:gd name="connsiteY9" fmla="*/ 4749240 h 5108903"/>
              <a:gd name="connsiteX10" fmla="*/ 0 w 12209365"/>
              <a:gd name="connsiteY10" fmla="*/ 4749240 h 5108903"/>
              <a:gd name="connsiteX11" fmla="*/ 0 w 12209365"/>
              <a:gd name="connsiteY11" fmla="*/ 3503 h 5108903"/>
              <a:gd name="connsiteX0" fmla="*/ 10910804 w 12209365"/>
              <a:gd name="connsiteY0" fmla="*/ 3424 h 5112327"/>
              <a:gd name="connsiteX1" fmla="*/ 10910804 w 12209365"/>
              <a:gd name="connsiteY1" fmla="*/ 790089 h 5112327"/>
              <a:gd name="connsiteX2" fmla="*/ 12209365 w 12209365"/>
              <a:gd name="connsiteY2" fmla="*/ 809139 h 5112327"/>
              <a:gd name="connsiteX3" fmla="*/ 12180790 w 12209365"/>
              <a:gd name="connsiteY3" fmla="*/ 12949 h 5112327"/>
              <a:gd name="connsiteX4" fmla="*/ 10910804 w 12209365"/>
              <a:gd name="connsiteY4" fmla="*/ 3424 h 5112327"/>
              <a:gd name="connsiteX5" fmla="*/ 0 w 12209365"/>
              <a:gd name="connsiteY5" fmla="*/ 6927 h 5112327"/>
              <a:gd name="connsiteX6" fmla="*/ 12198350 w 12209365"/>
              <a:gd name="connsiteY6" fmla="*/ 0 h 5112327"/>
              <a:gd name="connsiteX7" fmla="*/ 12198350 w 12209365"/>
              <a:gd name="connsiteY7" fmla="*/ 5112327 h 5112327"/>
              <a:gd name="connsiteX8" fmla="*/ 8191500 w 12209365"/>
              <a:gd name="connsiteY8" fmla="*/ 5112327 h 5112327"/>
              <a:gd name="connsiteX9" fmla="*/ 8191500 w 12209365"/>
              <a:gd name="connsiteY9" fmla="*/ 4752664 h 5112327"/>
              <a:gd name="connsiteX10" fmla="*/ 0 w 12209365"/>
              <a:gd name="connsiteY10" fmla="*/ 4752664 h 5112327"/>
              <a:gd name="connsiteX11" fmla="*/ 0 w 12209365"/>
              <a:gd name="connsiteY11" fmla="*/ 6927 h 5112327"/>
              <a:gd name="connsiteX0" fmla="*/ 10910804 w 12202438"/>
              <a:gd name="connsiteY0" fmla="*/ 3424 h 5112327"/>
              <a:gd name="connsiteX1" fmla="*/ 10910804 w 12202438"/>
              <a:gd name="connsiteY1" fmla="*/ 790089 h 5112327"/>
              <a:gd name="connsiteX2" fmla="*/ 12202438 w 12202438"/>
              <a:gd name="connsiteY2" fmla="*/ 816066 h 5112327"/>
              <a:gd name="connsiteX3" fmla="*/ 12180790 w 12202438"/>
              <a:gd name="connsiteY3" fmla="*/ 12949 h 5112327"/>
              <a:gd name="connsiteX4" fmla="*/ 10910804 w 12202438"/>
              <a:gd name="connsiteY4" fmla="*/ 3424 h 5112327"/>
              <a:gd name="connsiteX5" fmla="*/ 0 w 12202438"/>
              <a:gd name="connsiteY5" fmla="*/ 6927 h 5112327"/>
              <a:gd name="connsiteX6" fmla="*/ 12198350 w 12202438"/>
              <a:gd name="connsiteY6" fmla="*/ 0 h 5112327"/>
              <a:gd name="connsiteX7" fmla="*/ 12198350 w 12202438"/>
              <a:gd name="connsiteY7" fmla="*/ 5112327 h 5112327"/>
              <a:gd name="connsiteX8" fmla="*/ 8191500 w 12202438"/>
              <a:gd name="connsiteY8" fmla="*/ 5112327 h 5112327"/>
              <a:gd name="connsiteX9" fmla="*/ 8191500 w 12202438"/>
              <a:gd name="connsiteY9" fmla="*/ 4752664 h 5112327"/>
              <a:gd name="connsiteX10" fmla="*/ 0 w 12202438"/>
              <a:gd name="connsiteY10" fmla="*/ 4752664 h 5112327"/>
              <a:gd name="connsiteX11" fmla="*/ 0 w 12202438"/>
              <a:gd name="connsiteY11" fmla="*/ 6927 h 5112327"/>
              <a:gd name="connsiteX0" fmla="*/ 10910804 w 12202438"/>
              <a:gd name="connsiteY0" fmla="*/ 3424 h 5112327"/>
              <a:gd name="connsiteX1" fmla="*/ 10910804 w 12202438"/>
              <a:gd name="connsiteY1" fmla="*/ 790089 h 5112327"/>
              <a:gd name="connsiteX2" fmla="*/ 12202438 w 12202438"/>
              <a:gd name="connsiteY2" fmla="*/ 816066 h 5112327"/>
              <a:gd name="connsiteX3" fmla="*/ 12180790 w 12202438"/>
              <a:gd name="connsiteY3" fmla="*/ 12949 h 5112327"/>
              <a:gd name="connsiteX4" fmla="*/ 10910804 w 12202438"/>
              <a:gd name="connsiteY4" fmla="*/ 3424 h 5112327"/>
              <a:gd name="connsiteX5" fmla="*/ 0 w 12202438"/>
              <a:gd name="connsiteY5" fmla="*/ 6927 h 5112327"/>
              <a:gd name="connsiteX6" fmla="*/ 12198350 w 12202438"/>
              <a:gd name="connsiteY6" fmla="*/ 0 h 5112327"/>
              <a:gd name="connsiteX7" fmla="*/ 12198350 w 12202438"/>
              <a:gd name="connsiteY7" fmla="*/ 5112327 h 5112327"/>
              <a:gd name="connsiteX8" fmla="*/ 8191500 w 12202438"/>
              <a:gd name="connsiteY8" fmla="*/ 5112327 h 5112327"/>
              <a:gd name="connsiteX9" fmla="*/ 8191500 w 12202438"/>
              <a:gd name="connsiteY9" fmla="*/ 4752664 h 5112327"/>
              <a:gd name="connsiteX10" fmla="*/ 0 w 12202438"/>
              <a:gd name="connsiteY10" fmla="*/ 4752664 h 5112327"/>
              <a:gd name="connsiteX11" fmla="*/ 0 w 12202438"/>
              <a:gd name="connsiteY11" fmla="*/ 6927 h 5112327"/>
              <a:gd name="connsiteX0" fmla="*/ 10910804 w 12202438"/>
              <a:gd name="connsiteY0" fmla="*/ 3424 h 5112327"/>
              <a:gd name="connsiteX1" fmla="*/ 10910804 w 12202438"/>
              <a:gd name="connsiteY1" fmla="*/ 790089 h 5112327"/>
              <a:gd name="connsiteX2" fmla="*/ 12202438 w 12202438"/>
              <a:gd name="connsiteY2" fmla="*/ 781430 h 5112327"/>
              <a:gd name="connsiteX3" fmla="*/ 12180790 w 12202438"/>
              <a:gd name="connsiteY3" fmla="*/ 12949 h 5112327"/>
              <a:gd name="connsiteX4" fmla="*/ 10910804 w 12202438"/>
              <a:gd name="connsiteY4" fmla="*/ 3424 h 5112327"/>
              <a:gd name="connsiteX5" fmla="*/ 0 w 12202438"/>
              <a:gd name="connsiteY5" fmla="*/ 6927 h 5112327"/>
              <a:gd name="connsiteX6" fmla="*/ 12198350 w 12202438"/>
              <a:gd name="connsiteY6" fmla="*/ 0 h 5112327"/>
              <a:gd name="connsiteX7" fmla="*/ 12198350 w 12202438"/>
              <a:gd name="connsiteY7" fmla="*/ 5112327 h 5112327"/>
              <a:gd name="connsiteX8" fmla="*/ 8191500 w 12202438"/>
              <a:gd name="connsiteY8" fmla="*/ 5112327 h 5112327"/>
              <a:gd name="connsiteX9" fmla="*/ 8191500 w 12202438"/>
              <a:gd name="connsiteY9" fmla="*/ 4752664 h 5112327"/>
              <a:gd name="connsiteX10" fmla="*/ 0 w 12202438"/>
              <a:gd name="connsiteY10" fmla="*/ 4752664 h 5112327"/>
              <a:gd name="connsiteX11" fmla="*/ 0 w 12202438"/>
              <a:gd name="connsiteY11" fmla="*/ 6927 h 5112327"/>
              <a:gd name="connsiteX0" fmla="*/ 10910804 w 12202438"/>
              <a:gd name="connsiteY0" fmla="*/ 3424 h 5112327"/>
              <a:gd name="connsiteX1" fmla="*/ 10910804 w 12202438"/>
              <a:gd name="connsiteY1" fmla="*/ 790089 h 5112327"/>
              <a:gd name="connsiteX2" fmla="*/ 12202438 w 12202438"/>
              <a:gd name="connsiteY2" fmla="*/ 781430 h 5112327"/>
              <a:gd name="connsiteX3" fmla="*/ 12180790 w 12202438"/>
              <a:gd name="connsiteY3" fmla="*/ 12949 h 5112327"/>
              <a:gd name="connsiteX4" fmla="*/ 10910804 w 12202438"/>
              <a:gd name="connsiteY4" fmla="*/ 3424 h 5112327"/>
              <a:gd name="connsiteX5" fmla="*/ 0 w 12202438"/>
              <a:gd name="connsiteY5" fmla="*/ 6927 h 5112327"/>
              <a:gd name="connsiteX6" fmla="*/ 12198350 w 12202438"/>
              <a:gd name="connsiteY6" fmla="*/ 0 h 5112327"/>
              <a:gd name="connsiteX7" fmla="*/ 12198350 w 12202438"/>
              <a:gd name="connsiteY7" fmla="*/ 5112327 h 5112327"/>
              <a:gd name="connsiteX8" fmla="*/ 8191500 w 12202438"/>
              <a:gd name="connsiteY8" fmla="*/ 5112327 h 5112327"/>
              <a:gd name="connsiteX9" fmla="*/ 8191500 w 12202438"/>
              <a:gd name="connsiteY9" fmla="*/ 4752664 h 5112327"/>
              <a:gd name="connsiteX10" fmla="*/ 0 w 12202438"/>
              <a:gd name="connsiteY10" fmla="*/ 4752664 h 5112327"/>
              <a:gd name="connsiteX11" fmla="*/ 0 w 12202438"/>
              <a:gd name="connsiteY11" fmla="*/ 6927 h 5112327"/>
              <a:gd name="connsiteX0" fmla="*/ 10910804 w 12198350"/>
              <a:gd name="connsiteY0" fmla="*/ 3424 h 5112327"/>
              <a:gd name="connsiteX1" fmla="*/ 10910804 w 12198350"/>
              <a:gd name="connsiteY1" fmla="*/ 790089 h 5112327"/>
              <a:gd name="connsiteX2" fmla="*/ 12181656 w 12198350"/>
              <a:gd name="connsiteY2" fmla="*/ 788357 h 5112327"/>
              <a:gd name="connsiteX3" fmla="*/ 12180790 w 12198350"/>
              <a:gd name="connsiteY3" fmla="*/ 12949 h 5112327"/>
              <a:gd name="connsiteX4" fmla="*/ 10910804 w 12198350"/>
              <a:gd name="connsiteY4" fmla="*/ 3424 h 5112327"/>
              <a:gd name="connsiteX5" fmla="*/ 0 w 12198350"/>
              <a:gd name="connsiteY5" fmla="*/ 6927 h 5112327"/>
              <a:gd name="connsiteX6" fmla="*/ 12198350 w 12198350"/>
              <a:gd name="connsiteY6" fmla="*/ 0 h 5112327"/>
              <a:gd name="connsiteX7" fmla="*/ 12198350 w 12198350"/>
              <a:gd name="connsiteY7" fmla="*/ 5112327 h 5112327"/>
              <a:gd name="connsiteX8" fmla="*/ 8191500 w 12198350"/>
              <a:gd name="connsiteY8" fmla="*/ 5112327 h 5112327"/>
              <a:gd name="connsiteX9" fmla="*/ 8191500 w 12198350"/>
              <a:gd name="connsiteY9" fmla="*/ 4752664 h 5112327"/>
              <a:gd name="connsiteX10" fmla="*/ 0 w 12198350"/>
              <a:gd name="connsiteY10" fmla="*/ 4752664 h 5112327"/>
              <a:gd name="connsiteX11" fmla="*/ 0 w 12198350"/>
              <a:gd name="connsiteY11" fmla="*/ 6927 h 5112327"/>
              <a:gd name="connsiteX0" fmla="*/ 10910804 w 12198350"/>
              <a:gd name="connsiteY0" fmla="*/ 3424 h 5112327"/>
              <a:gd name="connsiteX1" fmla="*/ 10910804 w 12198350"/>
              <a:gd name="connsiteY1" fmla="*/ 790089 h 5112327"/>
              <a:gd name="connsiteX2" fmla="*/ 12180790 w 12198350"/>
              <a:gd name="connsiteY2" fmla="*/ 12949 h 5112327"/>
              <a:gd name="connsiteX3" fmla="*/ 10910804 w 12198350"/>
              <a:gd name="connsiteY3" fmla="*/ 3424 h 5112327"/>
              <a:gd name="connsiteX4" fmla="*/ 0 w 12198350"/>
              <a:gd name="connsiteY4" fmla="*/ 6927 h 5112327"/>
              <a:gd name="connsiteX5" fmla="*/ 12198350 w 12198350"/>
              <a:gd name="connsiteY5" fmla="*/ 0 h 5112327"/>
              <a:gd name="connsiteX6" fmla="*/ 12198350 w 12198350"/>
              <a:gd name="connsiteY6" fmla="*/ 5112327 h 5112327"/>
              <a:gd name="connsiteX7" fmla="*/ 8191500 w 12198350"/>
              <a:gd name="connsiteY7" fmla="*/ 5112327 h 5112327"/>
              <a:gd name="connsiteX8" fmla="*/ 8191500 w 12198350"/>
              <a:gd name="connsiteY8" fmla="*/ 4752664 h 5112327"/>
              <a:gd name="connsiteX9" fmla="*/ 0 w 12198350"/>
              <a:gd name="connsiteY9" fmla="*/ 4752664 h 5112327"/>
              <a:gd name="connsiteX10" fmla="*/ 0 w 12198350"/>
              <a:gd name="connsiteY10" fmla="*/ 6927 h 5112327"/>
              <a:gd name="connsiteX0" fmla="*/ 10910804 w 12198350"/>
              <a:gd name="connsiteY0" fmla="*/ 3424 h 5112327"/>
              <a:gd name="connsiteX1" fmla="*/ 12180790 w 12198350"/>
              <a:gd name="connsiteY1" fmla="*/ 12949 h 5112327"/>
              <a:gd name="connsiteX2" fmla="*/ 10910804 w 12198350"/>
              <a:gd name="connsiteY2" fmla="*/ 3424 h 5112327"/>
              <a:gd name="connsiteX3" fmla="*/ 0 w 12198350"/>
              <a:gd name="connsiteY3" fmla="*/ 6927 h 5112327"/>
              <a:gd name="connsiteX4" fmla="*/ 12198350 w 12198350"/>
              <a:gd name="connsiteY4" fmla="*/ 0 h 5112327"/>
              <a:gd name="connsiteX5" fmla="*/ 12198350 w 12198350"/>
              <a:gd name="connsiteY5" fmla="*/ 5112327 h 5112327"/>
              <a:gd name="connsiteX6" fmla="*/ 8191500 w 12198350"/>
              <a:gd name="connsiteY6" fmla="*/ 5112327 h 5112327"/>
              <a:gd name="connsiteX7" fmla="*/ 8191500 w 12198350"/>
              <a:gd name="connsiteY7" fmla="*/ 4752664 h 5112327"/>
              <a:gd name="connsiteX8" fmla="*/ 0 w 12198350"/>
              <a:gd name="connsiteY8" fmla="*/ 4752664 h 5112327"/>
              <a:gd name="connsiteX9" fmla="*/ 0 w 12198350"/>
              <a:gd name="connsiteY9" fmla="*/ 6927 h 5112327"/>
              <a:gd name="connsiteX0" fmla="*/ 0 w 12198350"/>
              <a:gd name="connsiteY0" fmla="*/ 6927 h 5112327"/>
              <a:gd name="connsiteX1" fmla="*/ 12198350 w 12198350"/>
              <a:gd name="connsiteY1" fmla="*/ 0 h 5112327"/>
              <a:gd name="connsiteX2" fmla="*/ 12198350 w 12198350"/>
              <a:gd name="connsiteY2" fmla="*/ 5112327 h 5112327"/>
              <a:gd name="connsiteX3" fmla="*/ 8191500 w 12198350"/>
              <a:gd name="connsiteY3" fmla="*/ 5112327 h 5112327"/>
              <a:gd name="connsiteX4" fmla="*/ 8191500 w 12198350"/>
              <a:gd name="connsiteY4" fmla="*/ 4752664 h 5112327"/>
              <a:gd name="connsiteX5" fmla="*/ 0 w 12198350"/>
              <a:gd name="connsiteY5" fmla="*/ 4752664 h 5112327"/>
              <a:gd name="connsiteX6" fmla="*/ 0 w 12198350"/>
              <a:gd name="connsiteY6" fmla="*/ 6927 h 5112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8350" h="5112327">
                <a:moveTo>
                  <a:pt x="0" y="6927"/>
                </a:moveTo>
                <a:lnTo>
                  <a:pt x="12198350" y="0"/>
                </a:lnTo>
                <a:lnTo>
                  <a:pt x="12198350" y="5112327"/>
                </a:lnTo>
                <a:lnTo>
                  <a:pt x="8191500" y="5112327"/>
                </a:lnTo>
                <a:lnTo>
                  <a:pt x="8191500" y="4752664"/>
                </a:lnTo>
                <a:lnTo>
                  <a:pt x="0" y="4752664"/>
                </a:lnTo>
                <a:lnTo>
                  <a:pt x="0" y="692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GB" noProof="0"/>
              <a:t>Please insert an image</a:t>
            </a:r>
            <a:br>
              <a:rPr lang="en-GB" noProof="0"/>
            </a:br>
            <a:br>
              <a:rPr lang="en-GB" noProof="0"/>
            </a:br>
            <a:br>
              <a:rPr lang="en-GB" noProof="0"/>
            </a:br>
            <a:endParaRPr lang="en-GB"/>
          </a:p>
        </p:txBody>
      </p:sp>
      <p:pic>
        <p:nvPicPr>
          <p:cNvPr id="5" name="Grafik 4" descr="Ein Bild, das Schrift, Grafiken, Screenshot, Grafikdesign enthält.  KI-generierte Inhalte können fehlerhaft sein.">
            <a:extLst>
              <a:ext uri="{FF2B5EF4-FFF2-40B4-BE49-F238E27FC236}">
                <a16:creationId xmlns:a16="http://schemas.microsoft.com/office/drawing/2014/main" id="{011ED954-847B-18B4-6AD4-2A0B4A33E51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7820" y="5738643"/>
            <a:ext cx="1556493" cy="6618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8454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65043185"/>
              </p:ext>
            </p:extLst>
          </p:nvPr>
        </p:nvGraphicFramePr>
        <p:xfrm>
          <a:off x="2119" y="1589"/>
          <a:ext cx="211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DC786470-8C81-07A4-C1BC-EF5B4C19FD19}"/>
              </a:ext>
            </a:extLst>
          </p:cNvPr>
          <p:cNvSpPr/>
          <p:nvPr userDrawn="1"/>
        </p:nvSpPr>
        <p:spPr>
          <a:xfrm>
            <a:off x="0" y="5265273"/>
            <a:ext cx="12198350" cy="10764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l">
              <a:buClr>
                <a:schemeClr val="accent6"/>
              </a:buClr>
              <a:buFont typeface="Wingdings" panose="05000000000000000000" pitchFamily="2" charset="2"/>
              <a:buChar char="§"/>
            </a:pPr>
            <a:endParaRPr lang="en-GB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61561" y="6359265"/>
            <a:ext cx="11376439" cy="123111"/>
          </a:xfrm>
        </p:spPr>
        <p:txBody>
          <a:bodyPr wrap="square" anchor="b">
            <a:spAutoFit/>
          </a:bodyPr>
          <a:lstStyle>
            <a:lvl1pPr marL="0" indent="0" rtl="0">
              <a:buNone/>
              <a:defRPr sz="800"/>
            </a:lvl1pPr>
          </a:lstStyle>
          <a:p>
            <a:pPr lvl="0"/>
            <a:r>
              <a:rPr lang="en-GB" noProof="0"/>
              <a:t>Disclaimer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B5D7C55E-2F64-4631-9F63-382103F88ACF}"/>
              </a:ext>
            </a:extLst>
          </p:cNvPr>
          <p:cNvGrpSpPr/>
          <p:nvPr userDrawn="1"/>
        </p:nvGrpSpPr>
        <p:grpSpPr>
          <a:xfrm>
            <a:off x="-381198" y="-288131"/>
            <a:ext cx="12990396" cy="7454900"/>
            <a:chOff x="-381198" y="-288131"/>
            <a:chExt cx="12990396" cy="7454900"/>
          </a:xfrm>
        </p:grpSpPr>
        <p:cxnSp>
          <p:nvCxnSpPr>
            <p:cNvPr id="19" name="Gerade Verbindung 43">
              <a:extLst>
                <a:ext uri="{FF2B5EF4-FFF2-40B4-BE49-F238E27FC236}">
                  <a16:creationId xmlns:a16="http://schemas.microsoft.com/office/drawing/2014/main" id="{97B5511D-9646-4970-BB3E-E45FD85222B1}"/>
                </a:ext>
              </a:extLst>
            </p:cNvPr>
            <p:cNvCxnSpPr/>
            <p:nvPr/>
          </p:nvCxnSpPr>
          <p:spPr bwMode="gray">
            <a:xfrm flipH="1">
              <a:off x="12338124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11">
              <a:extLst>
                <a:ext uri="{FF2B5EF4-FFF2-40B4-BE49-F238E27FC236}">
                  <a16:creationId xmlns:a16="http://schemas.microsoft.com/office/drawing/2014/main" id="{79668048-0851-4549-A5B9-CD2727EBBD15}"/>
                </a:ext>
              </a:extLst>
            </p:cNvPr>
            <p:cNvCxnSpPr/>
            <p:nvPr userDrawn="1"/>
          </p:nvCxnSpPr>
          <p:spPr bwMode="gray">
            <a:xfrm flipH="1">
              <a:off x="-381198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35">
              <a:extLst>
                <a:ext uri="{FF2B5EF4-FFF2-40B4-BE49-F238E27FC236}">
                  <a16:creationId xmlns:a16="http://schemas.microsoft.com/office/drawing/2014/main" id="{72E51CEA-2D23-47C7-A830-07F1CC15AE87}"/>
                </a:ext>
              </a:extLst>
            </p:cNvPr>
            <p:cNvCxnSpPr/>
            <p:nvPr userDrawn="1"/>
          </p:nvCxnSpPr>
          <p:spPr bwMode="gray">
            <a:xfrm flipH="1">
              <a:off x="-381198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36">
              <a:extLst>
                <a:ext uri="{FF2B5EF4-FFF2-40B4-BE49-F238E27FC236}">
                  <a16:creationId xmlns:a16="http://schemas.microsoft.com/office/drawing/2014/main" id="{8AB16C9F-247F-472C-9D84-1A18D0CC0652}"/>
                </a:ext>
              </a:extLst>
            </p:cNvPr>
            <p:cNvCxnSpPr/>
            <p:nvPr userDrawn="1"/>
          </p:nvCxnSpPr>
          <p:spPr bwMode="gray">
            <a:xfrm flipH="1">
              <a:off x="-381198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37">
              <a:extLst>
                <a:ext uri="{FF2B5EF4-FFF2-40B4-BE49-F238E27FC236}">
                  <a16:creationId xmlns:a16="http://schemas.microsoft.com/office/drawing/2014/main" id="{2F1BFF1C-C7CB-43B3-816B-884BE5862D27}"/>
                </a:ext>
              </a:extLst>
            </p:cNvPr>
            <p:cNvCxnSpPr/>
            <p:nvPr userDrawn="1"/>
          </p:nvCxnSpPr>
          <p:spPr bwMode="gray">
            <a:xfrm flipH="1">
              <a:off x="-381198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38">
              <a:extLst>
                <a:ext uri="{FF2B5EF4-FFF2-40B4-BE49-F238E27FC236}">
                  <a16:creationId xmlns:a16="http://schemas.microsoft.com/office/drawing/2014/main" id="{D26CABB3-CE0E-4964-8105-5D3C881D0EC1}"/>
                </a:ext>
              </a:extLst>
            </p:cNvPr>
            <p:cNvCxnSpPr/>
            <p:nvPr userDrawn="1"/>
          </p:nvCxnSpPr>
          <p:spPr bwMode="gray">
            <a:xfrm rot="5400000" flipH="1">
              <a:off x="1666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39">
              <a:extLst>
                <a:ext uri="{FF2B5EF4-FFF2-40B4-BE49-F238E27FC236}">
                  <a16:creationId xmlns:a16="http://schemas.microsoft.com/office/drawing/2014/main" id="{8ECAB1F9-5AC0-41B9-8FE7-CD27356EE73C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40">
              <a:extLst>
                <a:ext uri="{FF2B5EF4-FFF2-40B4-BE49-F238E27FC236}">
                  <a16:creationId xmlns:a16="http://schemas.microsoft.com/office/drawing/2014/main" id="{4E434E8B-7E9C-4AE4-8F77-ACE9408567C2}"/>
                </a:ext>
              </a:extLst>
            </p:cNvPr>
            <p:cNvCxnSpPr/>
            <p:nvPr userDrawn="1"/>
          </p:nvCxnSpPr>
          <p:spPr bwMode="gray">
            <a:xfrm flipH="1">
              <a:off x="12338124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41">
              <a:extLst>
                <a:ext uri="{FF2B5EF4-FFF2-40B4-BE49-F238E27FC236}">
                  <a16:creationId xmlns:a16="http://schemas.microsoft.com/office/drawing/2014/main" id="{47634A43-893F-45C6-A9A9-2D691D4544B2}"/>
                </a:ext>
              </a:extLst>
            </p:cNvPr>
            <p:cNvCxnSpPr/>
            <p:nvPr userDrawn="1"/>
          </p:nvCxnSpPr>
          <p:spPr bwMode="gray">
            <a:xfrm flipH="1">
              <a:off x="12338124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42">
              <a:extLst>
                <a:ext uri="{FF2B5EF4-FFF2-40B4-BE49-F238E27FC236}">
                  <a16:creationId xmlns:a16="http://schemas.microsoft.com/office/drawing/2014/main" id="{9E8593F0-2CF2-42D7-966A-33CC2DA60059}"/>
                </a:ext>
              </a:extLst>
            </p:cNvPr>
            <p:cNvCxnSpPr/>
            <p:nvPr userDrawn="1"/>
          </p:nvCxnSpPr>
          <p:spPr bwMode="gray">
            <a:xfrm flipH="1">
              <a:off x="12338124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44">
              <a:extLst>
                <a:ext uri="{FF2B5EF4-FFF2-40B4-BE49-F238E27FC236}">
                  <a16:creationId xmlns:a16="http://schemas.microsoft.com/office/drawing/2014/main" id="{31A02283-AB62-43C8-9A13-6CDA529984D8}"/>
                </a:ext>
              </a:extLst>
            </p:cNvPr>
            <p:cNvCxnSpPr/>
            <p:nvPr userDrawn="1"/>
          </p:nvCxnSpPr>
          <p:spPr bwMode="gray">
            <a:xfrm rot="5400000" flipH="1">
              <a:off x="168276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45">
              <a:extLst>
                <a:ext uri="{FF2B5EF4-FFF2-40B4-BE49-F238E27FC236}">
                  <a16:creationId xmlns:a16="http://schemas.microsoft.com/office/drawing/2014/main" id="{0DF082D6-B6DD-4F5E-9CD7-C84F32126ED5}"/>
                </a:ext>
              </a:extLst>
            </p:cNvPr>
            <p:cNvCxnSpPr/>
            <p:nvPr userDrawn="1"/>
          </p:nvCxnSpPr>
          <p:spPr bwMode="gray">
            <a:xfrm rot="5400000" flipH="1">
              <a:off x="11836400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47">
              <a:extLst>
                <a:ext uri="{FF2B5EF4-FFF2-40B4-BE49-F238E27FC236}">
                  <a16:creationId xmlns:a16="http://schemas.microsoft.com/office/drawing/2014/main" id="{69F0C435-820C-4DD2-9B05-A7B1754676B9}"/>
                </a:ext>
              </a:extLst>
            </p:cNvPr>
            <p:cNvCxnSpPr/>
            <p:nvPr userDrawn="1"/>
          </p:nvCxnSpPr>
          <p:spPr bwMode="gray">
            <a:xfrm rot="5400000" flipH="1">
              <a:off x="59313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49">
              <a:extLst>
                <a:ext uri="{FF2B5EF4-FFF2-40B4-BE49-F238E27FC236}">
                  <a16:creationId xmlns:a16="http://schemas.microsoft.com/office/drawing/2014/main" id="{4DE1D004-2E41-4939-ACA9-0669BD5E387A}"/>
                </a:ext>
              </a:extLst>
            </p:cNvPr>
            <p:cNvCxnSpPr/>
            <p:nvPr userDrawn="1"/>
          </p:nvCxnSpPr>
          <p:spPr bwMode="gray">
            <a:xfrm rot="5400000" flipH="1">
              <a:off x="6111082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59">
              <a:extLst>
                <a:ext uri="{FF2B5EF4-FFF2-40B4-BE49-F238E27FC236}">
                  <a16:creationId xmlns:a16="http://schemas.microsoft.com/office/drawing/2014/main" id="{7C3BB1DC-586D-4977-A58D-399411549D3C}"/>
                </a:ext>
              </a:extLst>
            </p:cNvPr>
            <p:cNvCxnSpPr/>
            <p:nvPr userDrawn="1"/>
          </p:nvCxnSpPr>
          <p:spPr bwMode="gray">
            <a:xfrm rot="5400000" flipH="1">
              <a:off x="9849494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60">
              <a:extLst>
                <a:ext uri="{FF2B5EF4-FFF2-40B4-BE49-F238E27FC236}">
                  <a16:creationId xmlns:a16="http://schemas.microsoft.com/office/drawing/2014/main" id="{15246850-B836-4EA3-9D6C-D36A72C349A0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9849494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47">
              <a:extLst>
                <a:ext uri="{FF2B5EF4-FFF2-40B4-BE49-F238E27FC236}">
                  <a16:creationId xmlns:a16="http://schemas.microsoft.com/office/drawing/2014/main" id="{A398D96A-EC84-4066-BD88-E723C1B19CA1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5931388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49">
              <a:extLst>
                <a:ext uri="{FF2B5EF4-FFF2-40B4-BE49-F238E27FC236}">
                  <a16:creationId xmlns:a16="http://schemas.microsoft.com/office/drawing/2014/main" id="{1533C4BB-392F-4135-9F73-0B977B97835A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6111082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hteck 37">
            <a:extLst>
              <a:ext uri="{FF2B5EF4-FFF2-40B4-BE49-F238E27FC236}">
                <a16:creationId xmlns:a16="http://schemas.microsoft.com/office/drawing/2014/main" id="{34966E20-C08B-417E-BC28-DEE6FD70F92A}"/>
              </a:ext>
            </a:extLst>
          </p:cNvPr>
          <p:cNvSpPr>
            <a:spLocks/>
          </p:cNvSpPr>
          <p:nvPr userDrawn="1"/>
        </p:nvSpPr>
        <p:spPr>
          <a:xfrm rot="5400000">
            <a:off x="4032001" y="2450381"/>
            <a:ext cx="68397" cy="813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eaLnBrk="1"/>
            <a:endParaRPr lang="en-GB" noProof="0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6FDCF0B2-26EC-4372-BEEC-1997CF0749DC}"/>
              </a:ext>
            </a:extLst>
          </p:cNvPr>
          <p:cNvSpPr>
            <a:spLocks/>
          </p:cNvSpPr>
          <p:nvPr userDrawn="1"/>
        </p:nvSpPr>
        <p:spPr>
          <a:xfrm rot="5400000">
            <a:off x="10164599" y="4518581"/>
            <a:ext cx="68400" cy="399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eaLnBrk="1"/>
            <a:endParaRPr lang="en-GB" noProof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" name="Grafik 1" descr="Ein Bild, das Schrift, Grafiken, Screenshot, Grafikdesign enthält.  KI-generierte Inhalte können fehlerhaft sein.">
            <a:extLst>
              <a:ext uri="{FF2B5EF4-FFF2-40B4-BE49-F238E27FC236}">
                <a16:creationId xmlns:a16="http://schemas.microsoft.com/office/drawing/2014/main" id="{15EB846D-CE42-41EB-EA49-4B8CA894D1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506" y="2225257"/>
            <a:ext cx="5661339" cy="2407486"/>
          </a:xfrm>
          <a:prstGeom prst="rect">
            <a:avLst/>
          </a:prstGeom>
        </p:spPr>
      </p:pic>
      <p:sp>
        <p:nvSpPr>
          <p:cNvPr id="3" name="Textplatzhalter 1">
            <a:extLst>
              <a:ext uri="{FF2B5EF4-FFF2-40B4-BE49-F238E27FC236}">
                <a16:creationId xmlns:a16="http://schemas.microsoft.com/office/drawing/2014/main" id="{5CC77D40-0515-2C71-F7BF-3B2B38513598}"/>
              </a:ext>
            </a:extLst>
          </p:cNvPr>
          <p:cNvSpPr txBox="1">
            <a:spLocks/>
          </p:cNvSpPr>
          <p:nvPr userDrawn="1"/>
        </p:nvSpPr>
        <p:spPr>
          <a:xfrm>
            <a:off x="2577812" y="5199957"/>
            <a:ext cx="1681576" cy="10764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85750" indent="-285750" algn="l" defTabSz="7200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72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200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E84B"/>
              </a:buClr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changeXperten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 xml:space="preserve"> GmbH</a:t>
            </a:r>
          </a:p>
          <a:p>
            <a:pPr marL="0" marR="0" lvl="0" indent="0" algn="l" defTabSz="7200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E84B"/>
              </a:buClr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Jahnplatz 4</a:t>
            </a:r>
            <a:b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82166 Gräfelfing</a:t>
            </a:r>
            <a:b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Germany</a:t>
            </a:r>
          </a:p>
        </p:txBody>
      </p:sp>
      <p:sp>
        <p:nvSpPr>
          <p:cNvPr id="5" name="Textplatzhalter 1">
            <a:extLst>
              <a:ext uri="{FF2B5EF4-FFF2-40B4-BE49-F238E27FC236}">
                <a16:creationId xmlns:a16="http://schemas.microsoft.com/office/drawing/2014/main" id="{B67C93E8-7337-6B66-38FA-E1B703C085CE}"/>
              </a:ext>
            </a:extLst>
          </p:cNvPr>
          <p:cNvSpPr txBox="1">
            <a:spLocks/>
          </p:cNvSpPr>
          <p:nvPr userDrawn="1"/>
        </p:nvSpPr>
        <p:spPr>
          <a:xfrm>
            <a:off x="4264081" y="5199957"/>
            <a:ext cx="2244675" cy="10764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85750" indent="-285750" algn="l" defTabSz="7200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72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200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E84B"/>
              </a:buClr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+49 891 2136659</a:t>
            </a:r>
            <a:b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c.gredel@changexperten.com</a:t>
            </a:r>
            <a:b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kumimoji="0" lang="de-DE" sz="120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</a:t>
            </a:r>
            <a:r>
              <a:rPr kumimoji="0" lang="de-DE" sz="120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changexperten.com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7D4B119F-637B-2FB5-C3E8-2AE7DF7BE8BA}"/>
              </a:ext>
            </a:extLst>
          </p:cNvPr>
          <p:cNvSpPr txBox="1">
            <a:spLocks/>
          </p:cNvSpPr>
          <p:nvPr userDrawn="1"/>
        </p:nvSpPr>
        <p:spPr>
          <a:xfrm>
            <a:off x="6606743" y="5217483"/>
            <a:ext cx="1692013" cy="10764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85750" indent="-285750" algn="l" defTabSz="7200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72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200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E84B"/>
              </a:buClr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Geschäftsführ</a:t>
            </a:r>
            <a:r>
              <a:rPr lang="de-DE" sz="12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ung</a:t>
            </a:r>
            <a:r>
              <a:rPr lang="de-DE" sz="12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 xml:space="preserve">: </a:t>
            </a:r>
            <a:b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Christoph Gredel</a:t>
            </a:r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030E9972-B7EB-5AFE-90B7-02BF17C13EA4}"/>
              </a:ext>
            </a:extLst>
          </p:cNvPr>
          <p:cNvSpPr txBox="1">
            <a:spLocks/>
          </p:cNvSpPr>
          <p:nvPr userDrawn="1"/>
        </p:nvSpPr>
        <p:spPr>
          <a:xfrm>
            <a:off x="8200799" y="5199957"/>
            <a:ext cx="1692012" cy="10764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85750" indent="-285750" algn="l" defTabSz="7200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72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200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E84B"/>
              </a:buClr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HRB 278741</a:t>
            </a:r>
            <a:b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Amtsgericht München</a:t>
            </a:r>
            <a:b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Ust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-ID DE355542992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35343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t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B2A2CC7-6FFB-CAB8-A499-B6DB72504F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1046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4" progId="TCLayout.ActiveDocument.1">
                  <p:embed/>
                </p:oleObj>
              </mc:Choice>
              <mc:Fallback>
                <p:oleObj name="think-cell Folie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2A2CC7-6FFB-CAB8-A499-B6DB72504F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Rechteck 52">
            <a:extLst>
              <a:ext uri="{FF2B5EF4-FFF2-40B4-BE49-F238E27FC236}">
                <a16:creationId xmlns:a16="http://schemas.microsoft.com/office/drawing/2014/main" id="{195E55B4-0BD5-8987-CACA-C9EFF2B532BF}"/>
              </a:ext>
            </a:extLst>
          </p:cNvPr>
          <p:cNvSpPr/>
          <p:nvPr userDrawn="1"/>
        </p:nvSpPr>
        <p:spPr>
          <a:xfrm>
            <a:off x="-20598" y="1"/>
            <a:ext cx="4144112" cy="6858000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600" dirty="0">
              <a:latin typeface="Inter Black" panose="00000900000000000000" pitchFamily="50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50D5C6-9684-61E2-3B07-9E15F4E3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8FFB-A536-4EDE-97F6-8604D0DFECD9}" type="datetime1">
              <a:rPr lang="en-GB" smtClean="0"/>
              <a:t>30/06/2026</a:t>
            </a:fld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5341EE-B708-D6D7-9697-7685F91A1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6" name="Textplatzhalter 29">
            <a:extLst>
              <a:ext uri="{FF2B5EF4-FFF2-40B4-BE49-F238E27FC236}">
                <a16:creationId xmlns:a16="http://schemas.microsoft.com/office/drawing/2014/main" id="{4A24A51F-A311-D3C3-82A2-C51667B1B886}"/>
              </a:ext>
            </a:extLst>
          </p:cNvPr>
          <p:cNvSpPr txBox="1">
            <a:spLocks/>
          </p:cNvSpPr>
          <p:nvPr userDrawn="1"/>
        </p:nvSpPr>
        <p:spPr>
          <a:xfrm>
            <a:off x="555623" y="3685827"/>
            <a:ext cx="2843213" cy="300038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kern="1200" cap="all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200" b="0" i="0" u="none" strike="noStrike" kern="1200" cap="all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 Black" panose="02000503000000020004" pitchFamily="2" charset="0"/>
              <a:ea typeface="Inter Black" panose="02000503000000020004" pitchFamily="2" charset="0"/>
            </a:endParaRPr>
          </a:p>
        </p:txBody>
      </p:sp>
      <p:sp>
        <p:nvSpPr>
          <p:cNvPr id="7" name="Textplatzhalter 19">
            <a:extLst>
              <a:ext uri="{FF2B5EF4-FFF2-40B4-BE49-F238E27FC236}">
                <a16:creationId xmlns:a16="http://schemas.microsoft.com/office/drawing/2014/main" id="{5CC5AD53-86D6-8BFD-452A-84DEB20BF4BC}"/>
              </a:ext>
            </a:extLst>
          </p:cNvPr>
          <p:cNvSpPr txBox="1">
            <a:spLocks/>
          </p:cNvSpPr>
          <p:nvPr userDrawn="1"/>
        </p:nvSpPr>
        <p:spPr>
          <a:xfrm>
            <a:off x="555624" y="4006888"/>
            <a:ext cx="2628900" cy="173207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kern="1200" cap="all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Blip>
                <a:blip r:embed="rId5"/>
              </a:buBlip>
              <a:defRPr/>
            </a:pPr>
            <a:endParaRPr kumimoji="0" lang="de-DE" sz="105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 Black" panose="02000503000000020004" pitchFamily="2" charset="0"/>
              <a:ea typeface="Inter Black" panose="02000503000000020004" pitchFamily="2" charset="0"/>
              <a:cs typeface="+mn-cs"/>
            </a:endParaRPr>
          </a:p>
        </p:txBody>
      </p:sp>
      <p:sp>
        <p:nvSpPr>
          <p:cNvPr id="8" name="Textplatzhalter 159">
            <a:extLst>
              <a:ext uri="{FF2B5EF4-FFF2-40B4-BE49-F238E27FC236}">
                <a16:creationId xmlns:a16="http://schemas.microsoft.com/office/drawing/2014/main" id="{FF8A7D44-FCA7-D795-22C4-6ED55E1030AF}"/>
              </a:ext>
            </a:extLst>
          </p:cNvPr>
          <p:cNvSpPr txBox="1">
            <a:spLocks/>
          </p:cNvSpPr>
          <p:nvPr userDrawn="1"/>
        </p:nvSpPr>
        <p:spPr>
          <a:xfrm>
            <a:off x="5051425" y="4793003"/>
            <a:ext cx="6551219" cy="1407772"/>
          </a:xfrm>
          <a:prstGeom prst="rect">
            <a:avLst/>
          </a:prstGeom>
        </p:spPr>
        <p:txBody>
          <a:bodyPr lIns="0" tIns="0" rIns="0" bIns="0" numCol="2"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kern="1200" cap="all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Blip>
                <a:blip r:embed="rId5"/>
              </a:buBlip>
              <a:defRPr/>
            </a:pPr>
            <a:endParaRPr kumimoji="0" lang="de-DE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Inter Black" panose="02000503000000020004" pitchFamily="2" charset="0"/>
              <a:ea typeface="Inter Black" panose="02000503000000020004" pitchFamily="2" charset="0"/>
              <a:cs typeface="+mn-cs"/>
            </a:endParaRPr>
          </a:p>
        </p:txBody>
      </p:sp>
      <p:sp>
        <p:nvSpPr>
          <p:cNvPr id="9" name="Textplatzhalter 159">
            <a:extLst>
              <a:ext uri="{FF2B5EF4-FFF2-40B4-BE49-F238E27FC236}">
                <a16:creationId xmlns:a16="http://schemas.microsoft.com/office/drawing/2014/main" id="{490459BB-6B59-BED3-5B0A-0170E390BCE5}"/>
              </a:ext>
            </a:extLst>
          </p:cNvPr>
          <p:cNvSpPr txBox="1">
            <a:spLocks/>
          </p:cNvSpPr>
          <p:nvPr userDrawn="1"/>
        </p:nvSpPr>
        <p:spPr>
          <a:xfrm>
            <a:off x="550864" y="5963112"/>
            <a:ext cx="1873249" cy="690721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kern="1200" cap="all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Inter Black" panose="02000503000000020004" pitchFamily="2" charset="0"/>
              <a:ea typeface="Inter Black" panose="02000503000000020004" pitchFamily="2" charset="0"/>
              <a:cs typeface="+mn-cs"/>
            </a:endParaRPr>
          </a:p>
        </p:txBody>
      </p:sp>
      <p:sp>
        <p:nvSpPr>
          <p:cNvPr id="10" name="Textplatzhalter 29">
            <a:extLst>
              <a:ext uri="{FF2B5EF4-FFF2-40B4-BE49-F238E27FC236}">
                <a16:creationId xmlns:a16="http://schemas.microsoft.com/office/drawing/2014/main" id="{394F2A21-EB75-77FE-EAB7-B900DF6A251C}"/>
              </a:ext>
            </a:extLst>
          </p:cNvPr>
          <p:cNvSpPr txBox="1">
            <a:spLocks/>
          </p:cNvSpPr>
          <p:nvPr userDrawn="1"/>
        </p:nvSpPr>
        <p:spPr>
          <a:xfrm>
            <a:off x="555623" y="5664543"/>
            <a:ext cx="1873251" cy="298569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kern="1200" cap="all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200" b="0" i="0" u="none" strike="noStrike" kern="1200" cap="all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 Black" panose="02000503000000020004" pitchFamily="2" charset="0"/>
              <a:ea typeface="Inter Black" panose="02000503000000020004" pitchFamily="2" charset="0"/>
            </a:endParaRP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445E08E8-2DA3-4FBD-9D30-51BE427ED4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177464" y="1597112"/>
            <a:ext cx="1427162" cy="206286"/>
          </a:xfrm>
          <a:prstGeom prst="rect">
            <a:avLst/>
          </a:prstGeom>
        </p:spPr>
        <p:txBody>
          <a:bodyPr lIns="0" tIns="0" rIns="0" bIns="0" anchor="b"/>
          <a:lstStyle>
            <a:lvl1pPr marL="72000" indent="0" algn="r">
              <a:buFont typeface="Arial" panose="020B0604020202020204" pitchFamily="34" charset="0"/>
              <a:buNone/>
              <a:defRPr sz="900" i="1">
                <a:solidFill>
                  <a:schemeClr val="tx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de-DE" dirty="0"/>
              <a:t>– Z</a:t>
            </a:r>
            <a:r>
              <a:rPr lang="en-GB" dirty="0" err="1"/>
              <a:t>itatgebende</a:t>
            </a:r>
            <a:r>
              <a:rPr lang="en-GB" dirty="0"/>
              <a:t xml:space="preserve"> Person</a:t>
            </a:r>
          </a:p>
        </p:txBody>
      </p:sp>
      <p:sp>
        <p:nvSpPr>
          <p:cNvPr id="12" name="Bildplatzhalter 14">
            <a:extLst>
              <a:ext uri="{FF2B5EF4-FFF2-40B4-BE49-F238E27FC236}">
                <a16:creationId xmlns:a16="http://schemas.microsoft.com/office/drawing/2014/main" id="{27CA2360-D306-921B-DAC6-8E26E7FFD40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953117" y="3797300"/>
            <a:ext cx="2279283" cy="3068638"/>
          </a:xfrm>
          <a:prstGeom prst="rect">
            <a:avLst/>
          </a:prstGeom>
          <a:noFill/>
        </p:spPr>
        <p:txBody>
          <a:bodyPr/>
          <a:lstStyle>
            <a:lvl1pPr marL="720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A5123576-DA7E-79F2-A4C4-8C93C18CDC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0863" y="2030856"/>
            <a:ext cx="3168000" cy="156387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8000"/>
              <a:buFont typeface="Wingdings" panose="05000000000000000000" pitchFamily="2" charset="2"/>
              <a:buChar char="§"/>
              <a:defRPr sz="1100" cap="none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360000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11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504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21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sz="11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Hier steht ein Text.</a:t>
            </a:r>
          </a:p>
          <a:p>
            <a:pPr lvl="1"/>
            <a:r>
              <a:rPr lang="de-DE" dirty="0" err="1"/>
              <a:t>Subtitel</a:t>
            </a:r>
            <a:endParaRPr lang="de-DE" dirty="0"/>
          </a:p>
          <a:p>
            <a:pPr lvl="0"/>
            <a:endParaRPr lang="de-DE" dirty="0"/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662645DC-DE93-E390-D998-F461A778B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32399" y="4715040"/>
            <a:ext cx="6411914" cy="144000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18000"/>
              <a:buFont typeface="Arial" panose="020B0604020202020204" pitchFamily="34" charset="0"/>
              <a:buNone/>
              <a:defRPr sz="1200" i="1" cap="none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360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i="1">
                <a:solidFill>
                  <a:schemeClr val="tx1"/>
                </a:solidFill>
                <a:latin typeface="+mn-lt"/>
              </a:defRPr>
            </a:lvl2pPr>
            <a:lvl3pPr marL="57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1">
                <a:solidFill>
                  <a:schemeClr val="tx1"/>
                </a:solidFill>
                <a:latin typeface="+mn-lt"/>
              </a:defRPr>
            </a:lvl3pPr>
            <a:lvl4pPr marL="21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sz="1100" i="1">
                <a:solidFill>
                  <a:schemeClr val="tx1"/>
                </a:solidFill>
                <a:latin typeface="+mn-lt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Hier steht ein persönlich verfasster Text.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B6B9AB4-2A51-376E-DE36-436F9CB6AEA2}"/>
              </a:ext>
            </a:extLst>
          </p:cNvPr>
          <p:cNvSpPr/>
          <p:nvPr userDrawn="1"/>
        </p:nvSpPr>
        <p:spPr>
          <a:xfrm>
            <a:off x="11367617" y="6373016"/>
            <a:ext cx="21600" cy="120253"/>
          </a:xfrm>
          <a:custGeom>
            <a:avLst/>
            <a:gdLst>
              <a:gd name="csX0" fmla="*/ 0 w 21600"/>
              <a:gd name="csY0" fmla="*/ 0 h 120253"/>
              <a:gd name="csX1" fmla="*/ 21600 w 21600"/>
              <a:gd name="csY1" fmla="*/ 0 h 120253"/>
              <a:gd name="csX2" fmla="*/ 21600 w 21600"/>
              <a:gd name="csY2" fmla="*/ 120253 h 120253"/>
              <a:gd name="csX3" fmla="*/ 0 w 21600"/>
              <a:gd name="csY3" fmla="*/ 120253 h 120253"/>
              <a:gd name="csX4" fmla="*/ 0 w 21600"/>
              <a:gd name="csY4" fmla="*/ 0 h 1202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600" h="120253" fill="none" extrusionOk="0">
                <a:moveTo>
                  <a:pt x="0" y="0"/>
                </a:moveTo>
                <a:cubicBezTo>
                  <a:pt x="7171" y="347"/>
                  <a:pt x="17174" y="-1889"/>
                  <a:pt x="21600" y="0"/>
                </a:cubicBezTo>
                <a:cubicBezTo>
                  <a:pt x="27254" y="18082"/>
                  <a:pt x="25069" y="63650"/>
                  <a:pt x="21600" y="120253"/>
                </a:cubicBezTo>
                <a:cubicBezTo>
                  <a:pt x="12845" y="122110"/>
                  <a:pt x="8355" y="120332"/>
                  <a:pt x="0" y="120253"/>
                </a:cubicBezTo>
                <a:cubicBezTo>
                  <a:pt x="-2911" y="107270"/>
                  <a:pt x="6912" y="45571"/>
                  <a:pt x="0" y="0"/>
                </a:cubicBezTo>
                <a:close/>
              </a:path>
              <a:path w="21600" h="120253" stroke="0" extrusionOk="0">
                <a:moveTo>
                  <a:pt x="0" y="0"/>
                </a:moveTo>
                <a:cubicBezTo>
                  <a:pt x="10062" y="-1923"/>
                  <a:pt x="16042" y="-940"/>
                  <a:pt x="21600" y="0"/>
                </a:cubicBezTo>
                <a:cubicBezTo>
                  <a:pt x="17526" y="51462"/>
                  <a:pt x="10992" y="107077"/>
                  <a:pt x="21600" y="120253"/>
                </a:cubicBezTo>
                <a:cubicBezTo>
                  <a:pt x="16923" y="120173"/>
                  <a:pt x="4228" y="121193"/>
                  <a:pt x="0" y="120253"/>
                </a:cubicBezTo>
                <a:cubicBezTo>
                  <a:pt x="7739" y="83488"/>
                  <a:pt x="247" y="3808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>
            <a:noFill/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Inter Black" panose="02000503000000020004" pitchFamily="2" charset="0"/>
              <a:ea typeface="Inter Black" panose="02000503000000020004" pitchFamily="2" charset="0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83DB8067-D301-5FE1-34ED-77A5572CCEFA}"/>
              </a:ext>
            </a:extLst>
          </p:cNvPr>
          <p:cNvSpPr txBox="1"/>
          <p:nvPr userDrawn="1"/>
        </p:nvSpPr>
        <p:spPr>
          <a:xfrm>
            <a:off x="4295775" y="1810494"/>
            <a:ext cx="2660652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200" dirty="0">
                <a:solidFill>
                  <a:schemeClr val="tx1"/>
                </a:solidFill>
                <a:latin typeface="Inter Black" panose="02000503000000020004" pitchFamily="2" charset="0"/>
                <a:ea typeface="Inter Black" panose="02000503000000020004" pitchFamily="2" charset="0"/>
              </a:rPr>
              <a:t>BERUFSERFAHRUNG</a:t>
            </a:r>
            <a:endParaRPr lang="en-GB" sz="1200" dirty="0" err="1">
              <a:solidFill>
                <a:schemeClr val="tx1"/>
              </a:solidFill>
              <a:latin typeface="Inter Black" panose="02000503000000020004" pitchFamily="2" charset="0"/>
              <a:ea typeface="Inter Black" panose="02000503000000020004" pitchFamily="2" charset="0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FC8B093D-3027-DDA9-20E3-D40ECED418FE}"/>
              </a:ext>
            </a:extLst>
          </p:cNvPr>
          <p:cNvSpPr txBox="1"/>
          <p:nvPr userDrawn="1"/>
        </p:nvSpPr>
        <p:spPr>
          <a:xfrm>
            <a:off x="551251" y="1810494"/>
            <a:ext cx="2660652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200" cap="all" baseline="0" dirty="0">
                <a:solidFill>
                  <a:schemeClr val="bg1"/>
                </a:solidFill>
                <a:latin typeface="Inter Black" panose="02000503000000020004" pitchFamily="2" charset="0"/>
                <a:ea typeface="Inter Black" panose="02000503000000020004" pitchFamily="2" charset="0"/>
              </a:rPr>
              <a:t>SCHWERPUNKTE</a:t>
            </a:r>
            <a:endParaRPr lang="en-GB" sz="1200" cap="all" baseline="0" dirty="0" err="1">
              <a:solidFill>
                <a:schemeClr val="bg1"/>
              </a:solidFill>
              <a:latin typeface="Inter Black" panose="02000503000000020004" pitchFamily="2" charset="0"/>
              <a:ea typeface="Inter Black" panose="02000503000000020004" pitchFamily="2" charset="0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BCE8DEF4-A194-59AE-6A74-E698114E41D1}"/>
              </a:ext>
            </a:extLst>
          </p:cNvPr>
          <p:cNvSpPr txBox="1"/>
          <p:nvPr userDrawn="1"/>
        </p:nvSpPr>
        <p:spPr>
          <a:xfrm>
            <a:off x="551251" y="3797991"/>
            <a:ext cx="2660652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200" dirty="0">
                <a:solidFill>
                  <a:schemeClr val="bg1"/>
                </a:solidFill>
                <a:latin typeface="Inter Black" panose="02000503000000020004" pitchFamily="2" charset="0"/>
                <a:ea typeface="Inter Black" panose="02000503000000020004" pitchFamily="2" charset="0"/>
              </a:rPr>
              <a:t xml:space="preserve">AUSBILDUNG &amp; </a:t>
            </a:r>
            <a:r>
              <a:rPr lang="de-DE" sz="1200" cap="all" baseline="0" dirty="0">
                <a:solidFill>
                  <a:schemeClr val="bg1"/>
                </a:solidFill>
                <a:latin typeface="Inter Black" panose="02000503000000020004" pitchFamily="2" charset="0"/>
                <a:ea typeface="Inter Black" panose="02000503000000020004" pitchFamily="2" charset="0"/>
              </a:rPr>
              <a:t>QUALIFIKATION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CD98022C-C836-4DA5-E8AF-A07432A7B57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50863" y="4009450"/>
            <a:ext cx="3168000" cy="2145251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8000"/>
              <a:buFont typeface="Wingdings" panose="05000000000000000000" pitchFamily="2" charset="2"/>
              <a:buChar char="§"/>
              <a:defRPr sz="1100" cap="none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360000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11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57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+mn-lt"/>
              </a:defRPr>
            </a:lvl3pPr>
            <a:lvl4pPr marL="21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sz="11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Hier steht ein Text.</a:t>
            </a:r>
          </a:p>
          <a:p>
            <a:pPr lvl="1"/>
            <a:r>
              <a:rPr lang="de-DE" dirty="0" err="1"/>
              <a:t>Subtitel</a:t>
            </a:r>
            <a:endParaRPr lang="de-DE" dirty="0"/>
          </a:p>
          <a:p>
            <a:pPr lvl="0"/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BDB651BD-06C5-4772-F70B-F2B54468B12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295775" y="2030856"/>
            <a:ext cx="3563938" cy="156387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8000"/>
              <a:buFont typeface="Wingdings" panose="05000000000000000000" pitchFamily="2" charset="2"/>
              <a:buChar char="§"/>
              <a:defRPr sz="1100" cap="none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360000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57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+mn-lt"/>
              </a:defRPr>
            </a:lvl3pPr>
            <a:lvl4pPr marL="21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sz="11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Hier steht ein Text.</a:t>
            </a:r>
          </a:p>
          <a:p>
            <a:pPr lvl="1"/>
            <a:r>
              <a:rPr lang="de-DE" dirty="0" err="1"/>
              <a:t>Subtitel</a:t>
            </a:r>
            <a:endParaRPr lang="de-DE" dirty="0"/>
          </a:p>
          <a:p>
            <a:pPr lvl="0"/>
            <a:endParaRPr lang="de-DE" dirty="0"/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9285E6B6-72FF-E625-8C79-CFA2D6E440B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40687" y="2030856"/>
            <a:ext cx="3606799" cy="156387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8000"/>
              <a:buFont typeface="Wingdings" panose="05000000000000000000" pitchFamily="2" charset="2"/>
              <a:buChar char="§"/>
              <a:defRPr sz="1100" b="0" cap="none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360000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1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57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+mn-lt"/>
              </a:defRPr>
            </a:lvl3pPr>
            <a:lvl4pPr marL="21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sz="11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Hier steht ein Text.</a:t>
            </a:r>
          </a:p>
          <a:p>
            <a:pPr lvl="1"/>
            <a:r>
              <a:rPr lang="de-DE" dirty="0" err="1"/>
              <a:t>Subtitel</a:t>
            </a:r>
            <a:endParaRPr lang="de-DE" dirty="0"/>
          </a:p>
          <a:p>
            <a:pPr lvl="0"/>
            <a:endParaRPr lang="de-DE" dirty="0"/>
          </a:p>
        </p:txBody>
      </p: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757EC14D-F132-A352-4431-A1CC76FFED8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224436" y="282769"/>
            <a:ext cx="389509" cy="386117"/>
            <a:chOff x="7244467" y="2189060"/>
            <a:chExt cx="580400" cy="575348"/>
          </a:xfrm>
        </p:grpSpPr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F57EB18C-041E-3BCA-BB6A-C5E535426EF2}"/>
                </a:ext>
              </a:extLst>
            </p:cNvPr>
            <p:cNvSpPr/>
            <p:nvPr/>
          </p:nvSpPr>
          <p:spPr>
            <a:xfrm>
              <a:off x="7249605" y="2189060"/>
              <a:ext cx="575262" cy="571696"/>
            </a:xfrm>
            <a:custGeom>
              <a:avLst/>
              <a:gdLst>
                <a:gd name="csX0" fmla="*/ 0 w 575262"/>
                <a:gd name="csY0" fmla="*/ 285848 h 571696"/>
                <a:gd name="csX1" fmla="*/ 287631 w 575262"/>
                <a:gd name="csY1" fmla="*/ 0 h 571696"/>
                <a:gd name="csX2" fmla="*/ 575262 w 575262"/>
                <a:gd name="csY2" fmla="*/ 285848 h 571696"/>
                <a:gd name="csX3" fmla="*/ 287631 w 575262"/>
                <a:gd name="csY3" fmla="*/ 571696 h 571696"/>
                <a:gd name="csX4" fmla="*/ 0 w 575262"/>
                <a:gd name="csY4" fmla="*/ 285848 h 5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75262" h="571696" fill="none" extrusionOk="0">
                  <a:moveTo>
                    <a:pt x="0" y="285848"/>
                  </a:moveTo>
                  <a:cubicBezTo>
                    <a:pt x="14767" y="129731"/>
                    <a:pt x="134582" y="-11947"/>
                    <a:pt x="287631" y="0"/>
                  </a:cubicBezTo>
                  <a:cubicBezTo>
                    <a:pt x="435327" y="-1709"/>
                    <a:pt x="555707" y="146389"/>
                    <a:pt x="575262" y="285848"/>
                  </a:cubicBezTo>
                  <a:cubicBezTo>
                    <a:pt x="572882" y="421019"/>
                    <a:pt x="441433" y="578717"/>
                    <a:pt x="287631" y="571696"/>
                  </a:cubicBezTo>
                  <a:cubicBezTo>
                    <a:pt x="144425" y="580456"/>
                    <a:pt x="18906" y="448263"/>
                    <a:pt x="0" y="285848"/>
                  </a:cubicBezTo>
                  <a:close/>
                </a:path>
                <a:path w="575262" h="571696" stroke="0" extrusionOk="0">
                  <a:moveTo>
                    <a:pt x="0" y="285848"/>
                  </a:moveTo>
                  <a:cubicBezTo>
                    <a:pt x="-10616" y="121431"/>
                    <a:pt x="108624" y="7564"/>
                    <a:pt x="287631" y="0"/>
                  </a:cubicBezTo>
                  <a:cubicBezTo>
                    <a:pt x="456591" y="2128"/>
                    <a:pt x="553403" y="128674"/>
                    <a:pt x="575262" y="285848"/>
                  </a:cubicBezTo>
                  <a:cubicBezTo>
                    <a:pt x="569892" y="448961"/>
                    <a:pt x="446036" y="574180"/>
                    <a:pt x="287631" y="571696"/>
                  </a:cubicBezTo>
                  <a:cubicBezTo>
                    <a:pt x="112527" y="562805"/>
                    <a:pt x="13221" y="450034"/>
                    <a:pt x="0" y="285848"/>
                  </a:cubicBezTo>
                  <a:close/>
                </a:path>
              </a:pathLst>
            </a:custGeom>
            <a:solidFill>
              <a:schemeClr val="bg1"/>
            </a:solidFill>
            <a:ln cap="rnd">
              <a:noFill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de-DE" sz="2400">
                <a:solidFill>
                  <a:schemeClr val="tx1"/>
                </a:solidFill>
                <a:latin typeface="Inter Black" panose="02000503000000020004" pitchFamily="2" charset="0"/>
                <a:ea typeface="Inter Black" panose="02000503000000020004" pitchFamily="2" charset="0"/>
              </a:endParaRPr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0B42E02E-EFD2-6742-C0C6-0BF32F4510F5}"/>
                </a:ext>
              </a:extLst>
            </p:cNvPr>
            <p:cNvSpPr/>
            <p:nvPr/>
          </p:nvSpPr>
          <p:spPr>
            <a:xfrm rot="3556698">
              <a:off x="7244554" y="2189059"/>
              <a:ext cx="575262" cy="575436"/>
            </a:xfrm>
            <a:custGeom>
              <a:avLst/>
              <a:gdLst>
                <a:gd name="csX0" fmla="*/ 0 w 575262"/>
                <a:gd name="csY0" fmla="*/ 287718 h 575436"/>
                <a:gd name="csX1" fmla="*/ 287631 w 575262"/>
                <a:gd name="csY1" fmla="*/ 0 h 575436"/>
                <a:gd name="csX2" fmla="*/ 575262 w 575262"/>
                <a:gd name="csY2" fmla="*/ 287718 h 575436"/>
                <a:gd name="csX3" fmla="*/ 287631 w 575262"/>
                <a:gd name="csY3" fmla="*/ 575436 h 575436"/>
                <a:gd name="csX4" fmla="*/ 0 w 575262"/>
                <a:gd name="csY4" fmla="*/ 287718 h 575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75262" h="575436" fill="none" extrusionOk="0">
                  <a:moveTo>
                    <a:pt x="0" y="287718"/>
                  </a:moveTo>
                  <a:cubicBezTo>
                    <a:pt x="14767" y="130568"/>
                    <a:pt x="134582" y="-11947"/>
                    <a:pt x="287631" y="0"/>
                  </a:cubicBezTo>
                  <a:cubicBezTo>
                    <a:pt x="440541" y="-910"/>
                    <a:pt x="567158" y="136446"/>
                    <a:pt x="575262" y="287718"/>
                  </a:cubicBezTo>
                  <a:cubicBezTo>
                    <a:pt x="572882" y="423922"/>
                    <a:pt x="441433" y="582457"/>
                    <a:pt x="287631" y="575436"/>
                  </a:cubicBezTo>
                  <a:cubicBezTo>
                    <a:pt x="136048" y="579507"/>
                    <a:pt x="18539" y="451077"/>
                    <a:pt x="0" y="287718"/>
                  </a:cubicBezTo>
                  <a:close/>
                </a:path>
                <a:path w="575262" h="575436" stroke="0" extrusionOk="0">
                  <a:moveTo>
                    <a:pt x="0" y="287718"/>
                  </a:moveTo>
                  <a:cubicBezTo>
                    <a:pt x="-10616" y="122268"/>
                    <a:pt x="108624" y="7564"/>
                    <a:pt x="287631" y="0"/>
                  </a:cubicBezTo>
                  <a:cubicBezTo>
                    <a:pt x="453575" y="1493"/>
                    <a:pt x="555090" y="129457"/>
                    <a:pt x="575262" y="287718"/>
                  </a:cubicBezTo>
                  <a:cubicBezTo>
                    <a:pt x="569892" y="451864"/>
                    <a:pt x="446036" y="577920"/>
                    <a:pt x="287631" y="575436"/>
                  </a:cubicBezTo>
                  <a:cubicBezTo>
                    <a:pt x="124134" y="572896"/>
                    <a:pt x="24195" y="458180"/>
                    <a:pt x="0" y="287718"/>
                  </a:cubicBezTo>
                  <a:close/>
                </a:path>
              </a:pathLst>
            </a:custGeom>
            <a:ln w="12700">
              <a:solidFill>
                <a:schemeClr val="tx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lIns="0" tIns="0" rIns="72000" bIns="0" rtlCol="0" anchor="ctr"/>
            <a:lstStyle/>
            <a:p>
              <a:pPr algn="r"/>
              <a:endParaRPr lang="en-GB" sz="2400">
                <a:solidFill>
                  <a:schemeClr val="tx1"/>
                </a:solidFill>
                <a:latin typeface="Inter Black" panose="02000503000000020004" pitchFamily="2" charset="0"/>
                <a:ea typeface="Inter Black" panose="02000503000000020004" pitchFamily="2" charset="0"/>
              </a:endParaRPr>
            </a:p>
          </p:txBody>
        </p:sp>
        <p:pic>
          <p:nvPicPr>
            <p:cNvPr id="42" name="Grafik 41" descr="E-Mail mit einfarbiger Füllung">
              <a:extLst>
                <a:ext uri="{FF2B5EF4-FFF2-40B4-BE49-F238E27FC236}">
                  <a16:creationId xmlns:a16="http://schemas.microsoft.com/office/drawing/2014/main" id="{4630A4A0-4962-A91B-6DA1-1C78E68AFC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52935" y="2290607"/>
              <a:ext cx="368602" cy="368602"/>
            </a:xfrm>
            <a:prstGeom prst="rect">
              <a:avLst/>
            </a:prstGeom>
          </p:spPr>
        </p:pic>
      </p:grpSp>
      <p:sp>
        <p:nvSpPr>
          <p:cNvPr id="43" name="Textplatzhalter 130">
            <a:extLst>
              <a:ext uri="{FF2B5EF4-FFF2-40B4-BE49-F238E27FC236}">
                <a16:creationId xmlns:a16="http://schemas.microsoft.com/office/drawing/2014/main" id="{5C6F7363-BA5E-AEDF-061E-AFBDCA524B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703326" y="388331"/>
            <a:ext cx="1323561" cy="183802"/>
          </a:xfrm>
          <a:prstGeom prst="rect">
            <a:avLst/>
          </a:prstGeom>
        </p:spPr>
        <p:txBody>
          <a:bodyPr/>
          <a:lstStyle>
            <a:lvl1pPr marL="72000" indent="0">
              <a:buFont typeface="Arial" panose="020B0604020202020204" pitchFamily="34" charset="0"/>
              <a:buNone/>
              <a:defRPr sz="1050">
                <a:solidFill>
                  <a:schemeClr val="tx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de-DE" dirty="0"/>
              <a:t>+</a:t>
            </a:r>
          </a:p>
        </p:txBody>
      </p:sp>
      <p:sp>
        <p:nvSpPr>
          <p:cNvPr id="44" name="Textplatzhalter 130">
            <a:extLst>
              <a:ext uri="{FF2B5EF4-FFF2-40B4-BE49-F238E27FC236}">
                <a16:creationId xmlns:a16="http://schemas.microsoft.com/office/drawing/2014/main" id="{D10A160D-00F7-3D19-741A-6092F0569D7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77574" y="385636"/>
            <a:ext cx="1478720" cy="212649"/>
          </a:xfrm>
          <a:prstGeom prst="rect">
            <a:avLst/>
          </a:prstGeom>
        </p:spPr>
        <p:txBody>
          <a:bodyPr/>
          <a:lstStyle>
            <a:lvl1pPr marL="72000" indent="0">
              <a:buFont typeface="Arial" panose="020B0604020202020204" pitchFamily="34" charset="0"/>
              <a:buNone/>
              <a:defRPr sz="105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de-DE" dirty="0"/>
              <a:t>@changexperten.com</a:t>
            </a:r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141F5FB6-91D1-8BD9-F988-55ECDDD2D1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348186" y="286863"/>
            <a:ext cx="378691" cy="375394"/>
            <a:chOff x="10037824" y="2189060"/>
            <a:chExt cx="580400" cy="575348"/>
          </a:xfrm>
        </p:grpSpPr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81E2A8EC-8C1D-8111-D2A9-9D2D7288A0B2}"/>
                </a:ext>
              </a:extLst>
            </p:cNvPr>
            <p:cNvSpPr/>
            <p:nvPr/>
          </p:nvSpPr>
          <p:spPr>
            <a:xfrm>
              <a:off x="10042962" y="2189060"/>
              <a:ext cx="575262" cy="571696"/>
            </a:xfrm>
            <a:custGeom>
              <a:avLst/>
              <a:gdLst>
                <a:gd name="csX0" fmla="*/ 0 w 575262"/>
                <a:gd name="csY0" fmla="*/ 285848 h 571696"/>
                <a:gd name="csX1" fmla="*/ 287631 w 575262"/>
                <a:gd name="csY1" fmla="*/ 0 h 571696"/>
                <a:gd name="csX2" fmla="*/ 575262 w 575262"/>
                <a:gd name="csY2" fmla="*/ 285848 h 571696"/>
                <a:gd name="csX3" fmla="*/ 287631 w 575262"/>
                <a:gd name="csY3" fmla="*/ 571696 h 571696"/>
                <a:gd name="csX4" fmla="*/ 0 w 575262"/>
                <a:gd name="csY4" fmla="*/ 285848 h 5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75262" h="571696" fill="none" extrusionOk="0">
                  <a:moveTo>
                    <a:pt x="0" y="285848"/>
                  </a:moveTo>
                  <a:cubicBezTo>
                    <a:pt x="14767" y="129731"/>
                    <a:pt x="134582" y="-11947"/>
                    <a:pt x="287631" y="0"/>
                  </a:cubicBezTo>
                  <a:cubicBezTo>
                    <a:pt x="435327" y="-1709"/>
                    <a:pt x="555707" y="146389"/>
                    <a:pt x="575262" y="285848"/>
                  </a:cubicBezTo>
                  <a:cubicBezTo>
                    <a:pt x="572882" y="421019"/>
                    <a:pt x="441433" y="578717"/>
                    <a:pt x="287631" y="571696"/>
                  </a:cubicBezTo>
                  <a:cubicBezTo>
                    <a:pt x="144425" y="580456"/>
                    <a:pt x="18906" y="448263"/>
                    <a:pt x="0" y="285848"/>
                  </a:cubicBezTo>
                  <a:close/>
                </a:path>
                <a:path w="575262" h="571696" stroke="0" extrusionOk="0">
                  <a:moveTo>
                    <a:pt x="0" y="285848"/>
                  </a:moveTo>
                  <a:cubicBezTo>
                    <a:pt x="-10616" y="121431"/>
                    <a:pt x="108624" y="7564"/>
                    <a:pt x="287631" y="0"/>
                  </a:cubicBezTo>
                  <a:cubicBezTo>
                    <a:pt x="456591" y="2128"/>
                    <a:pt x="553403" y="128674"/>
                    <a:pt x="575262" y="285848"/>
                  </a:cubicBezTo>
                  <a:cubicBezTo>
                    <a:pt x="569892" y="448961"/>
                    <a:pt x="446036" y="574180"/>
                    <a:pt x="287631" y="571696"/>
                  </a:cubicBezTo>
                  <a:cubicBezTo>
                    <a:pt x="112527" y="562805"/>
                    <a:pt x="13221" y="450034"/>
                    <a:pt x="0" y="285848"/>
                  </a:cubicBezTo>
                  <a:close/>
                </a:path>
              </a:pathLst>
            </a:custGeom>
            <a:solidFill>
              <a:schemeClr val="bg1"/>
            </a:solidFill>
            <a:ln cap="rnd">
              <a:noFill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de-DE" sz="2400">
                <a:solidFill>
                  <a:schemeClr val="tx1"/>
                </a:solidFill>
                <a:latin typeface="Inter Black" panose="02000503000000020004" pitchFamily="2" charset="0"/>
                <a:ea typeface="Inter Black" panose="02000503000000020004" pitchFamily="2" charset="0"/>
              </a:endParaRPr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644384BA-E181-A828-2FEA-4C88A291EC09}"/>
                </a:ext>
              </a:extLst>
            </p:cNvPr>
            <p:cNvSpPr/>
            <p:nvPr userDrawn="1"/>
          </p:nvSpPr>
          <p:spPr>
            <a:xfrm rot="3556698">
              <a:off x="10037911" y="2189059"/>
              <a:ext cx="575262" cy="575436"/>
            </a:xfrm>
            <a:custGeom>
              <a:avLst/>
              <a:gdLst>
                <a:gd name="csX0" fmla="*/ 0 w 575262"/>
                <a:gd name="csY0" fmla="*/ 287718 h 575436"/>
                <a:gd name="csX1" fmla="*/ 287631 w 575262"/>
                <a:gd name="csY1" fmla="*/ 0 h 575436"/>
                <a:gd name="csX2" fmla="*/ 575262 w 575262"/>
                <a:gd name="csY2" fmla="*/ 287718 h 575436"/>
                <a:gd name="csX3" fmla="*/ 287631 w 575262"/>
                <a:gd name="csY3" fmla="*/ 575436 h 575436"/>
                <a:gd name="csX4" fmla="*/ 0 w 575262"/>
                <a:gd name="csY4" fmla="*/ 287718 h 575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75262" h="575436" fill="none" extrusionOk="0">
                  <a:moveTo>
                    <a:pt x="0" y="287718"/>
                  </a:moveTo>
                  <a:cubicBezTo>
                    <a:pt x="14767" y="130568"/>
                    <a:pt x="134582" y="-11947"/>
                    <a:pt x="287631" y="0"/>
                  </a:cubicBezTo>
                  <a:cubicBezTo>
                    <a:pt x="440541" y="-910"/>
                    <a:pt x="567158" y="136446"/>
                    <a:pt x="575262" y="287718"/>
                  </a:cubicBezTo>
                  <a:cubicBezTo>
                    <a:pt x="572882" y="423922"/>
                    <a:pt x="441433" y="582457"/>
                    <a:pt x="287631" y="575436"/>
                  </a:cubicBezTo>
                  <a:cubicBezTo>
                    <a:pt x="136048" y="579507"/>
                    <a:pt x="18539" y="451077"/>
                    <a:pt x="0" y="287718"/>
                  </a:cubicBezTo>
                  <a:close/>
                </a:path>
                <a:path w="575262" h="575436" stroke="0" extrusionOk="0">
                  <a:moveTo>
                    <a:pt x="0" y="287718"/>
                  </a:moveTo>
                  <a:cubicBezTo>
                    <a:pt x="-10616" y="122268"/>
                    <a:pt x="108624" y="7564"/>
                    <a:pt x="287631" y="0"/>
                  </a:cubicBezTo>
                  <a:cubicBezTo>
                    <a:pt x="453575" y="1493"/>
                    <a:pt x="555090" y="129457"/>
                    <a:pt x="575262" y="287718"/>
                  </a:cubicBezTo>
                  <a:cubicBezTo>
                    <a:pt x="569892" y="451864"/>
                    <a:pt x="446036" y="577920"/>
                    <a:pt x="287631" y="575436"/>
                  </a:cubicBezTo>
                  <a:cubicBezTo>
                    <a:pt x="124134" y="572896"/>
                    <a:pt x="24195" y="458180"/>
                    <a:pt x="0" y="287718"/>
                  </a:cubicBezTo>
                  <a:close/>
                </a:path>
              </a:pathLst>
            </a:custGeom>
            <a:ln w="12700">
              <a:solidFill>
                <a:schemeClr val="tx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lIns="0" tIns="0" rIns="72000" bIns="0" rtlCol="0" anchor="ctr"/>
            <a:lstStyle/>
            <a:p>
              <a:pPr algn="r"/>
              <a:endParaRPr lang="en-GB" sz="2400">
                <a:solidFill>
                  <a:schemeClr val="tx1"/>
                </a:solidFill>
                <a:latin typeface="Inter Black" panose="02000503000000020004" pitchFamily="2" charset="0"/>
                <a:ea typeface="Inter Black" panose="02000503000000020004" pitchFamily="2" charset="0"/>
              </a:endParaRPr>
            </a:p>
          </p:txBody>
        </p:sp>
        <p:sp>
          <p:nvSpPr>
            <p:cNvPr id="49" name="Grafik 42">
              <a:extLst>
                <a:ext uri="{FF2B5EF4-FFF2-40B4-BE49-F238E27FC236}">
                  <a16:creationId xmlns:a16="http://schemas.microsoft.com/office/drawing/2014/main" id="{BC6D5C8A-F3C3-29E2-4806-B70986054A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12030" y="2260777"/>
              <a:ext cx="241310" cy="432000"/>
            </a:xfrm>
            <a:custGeom>
              <a:avLst/>
              <a:gdLst>
                <a:gd name="connsiteX0" fmla="*/ 979837 w 1111377"/>
                <a:gd name="connsiteY0" fmla="*/ 0 h 1983009"/>
                <a:gd name="connsiteX1" fmla="*/ 131540 w 1111377"/>
                <a:gd name="connsiteY1" fmla="*/ 0 h 1983009"/>
                <a:gd name="connsiteX2" fmla="*/ 0 w 1111377"/>
                <a:gd name="connsiteY2" fmla="*/ 131540 h 1983009"/>
                <a:gd name="connsiteX3" fmla="*/ 0 w 1111377"/>
                <a:gd name="connsiteY3" fmla="*/ 1851470 h 1983009"/>
                <a:gd name="connsiteX4" fmla="*/ 131540 w 1111377"/>
                <a:gd name="connsiteY4" fmla="*/ 1983010 h 1983009"/>
                <a:gd name="connsiteX5" fmla="*/ 979837 w 1111377"/>
                <a:gd name="connsiteY5" fmla="*/ 1983010 h 1983009"/>
                <a:gd name="connsiteX6" fmla="*/ 1111377 w 1111377"/>
                <a:gd name="connsiteY6" fmla="*/ 1851470 h 1983009"/>
                <a:gd name="connsiteX7" fmla="*/ 1111377 w 1111377"/>
                <a:gd name="connsiteY7" fmla="*/ 131540 h 1983009"/>
                <a:gd name="connsiteX8" fmla="*/ 979837 w 1111377"/>
                <a:gd name="connsiteY8" fmla="*/ 0 h 1983009"/>
                <a:gd name="connsiteX9" fmla="*/ 410147 w 1111377"/>
                <a:gd name="connsiteY9" fmla="*/ 77724 h 1983009"/>
                <a:gd name="connsiteX10" fmla="*/ 423958 w 1111377"/>
                <a:gd name="connsiteY10" fmla="*/ 63913 h 1983009"/>
                <a:gd name="connsiteX11" fmla="*/ 687419 w 1111377"/>
                <a:gd name="connsiteY11" fmla="*/ 63913 h 1983009"/>
                <a:gd name="connsiteX12" fmla="*/ 701231 w 1111377"/>
                <a:gd name="connsiteY12" fmla="*/ 77724 h 1983009"/>
                <a:gd name="connsiteX13" fmla="*/ 701231 w 1111377"/>
                <a:gd name="connsiteY13" fmla="*/ 80486 h 1983009"/>
                <a:gd name="connsiteX14" fmla="*/ 687419 w 1111377"/>
                <a:gd name="connsiteY14" fmla="*/ 94298 h 1983009"/>
                <a:gd name="connsiteX15" fmla="*/ 423958 w 1111377"/>
                <a:gd name="connsiteY15" fmla="*/ 94298 h 1983009"/>
                <a:gd name="connsiteX16" fmla="*/ 410147 w 1111377"/>
                <a:gd name="connsiteY16" fmla="*/ 80486 h 1983009"/>
                <a:gd name="connsiteX17" fmla="*/ 410147 w 1111377"/>
                <a:gd name="connsiteY17" fmla="*/ 77724 h 1983009"/>
                <a:gd name="connsiteX18" fmla="*/ 555689 w 1111377"/>
                <a:gd name="connsiteY18" fmla="*/ 1947482 h 1983009"/>
                <a:gd name="connsiteX19" fmla="*/ 462534 w 1111377"/>
                <a:gd name="connsiteY19" fmla="*/ 1854327 h 1983009"/>
                <a:gd name="connsiteX20" fmla="*/ 555689 w 1111377"/>
                <a:gd name="connsiteY20" fmla="*/ 1761173 h 1983009"/>
                <a:gd name="connsiteX21" fmla="*/ 648843 w 1111377"/>
                <a:gd name="connsiteY21" fmla="*/ 1854327 h 1983009"/>
                <a:gd name="connsiteX22" fmla="*/ 555689 w 1111377"/>
                <a:gd name="connsiteY22" fmla="*/ 1947482 h 1983009"/>
                <a:gd name="connsiteX23" fmla="*/ 1002602 w 1111377"/>
                <a:gd name="connsiteY23" fmla="*/ 1713833 h 1983009"/>
                <a:gd name="connsiteX24" fmla="*/ 1000315 w 1111377"/>
                <a:gd name="connsiteY24" fmla="*/ 1716119 h 1983009"/>
                <a:gd name="connsiteX25" fmla="*/ 111157 w 1111377"/>
                <a:gd name="connsiteY25" fmla="*/ 1716119 h 1983009"/>
                <a:gd name="connsiteX26" fmla="*/ 108871 w 1111377"/>
                <a:gd name="connsiteY26" fmla="*/ 1713833 h 1983009"/>
                <a:gd name="connsiteX27" fmla="*/ 108871 w 1111377"/>
                <a:gd name="connsiteY27" fmla="*/ 156305 h 1983009"/>
                <a:gd name="connsiteX28" fmla="*/ 111157 w 1111377"/>
                <a:gd name="connsiteY28" fmla="*/ 154019 h 1983009"/>
                <a:gd name="connsiteX29" fmla="*/ 1000315 w 1111377"/>
                <a:gd name="connsiteY29" fmla="*/ 154019 h 1983009"/>
                <a:gd name="connsiteX30" fmla="*/ 1002602 w 1111377"/>
                <a:gd name="connsiteY30" fmla="*/ 156305 h 1983009"/>
                <a:gd name="connsiteX31" fmla="*/ 1002602 w 1111377"/>
                <a:gd name="connsiteY31" fmla="*/ 1713833 h 198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11377" h="1983009">
                  <a:moveTo>
                    <a:pt x="979837" y="0"/>
                  </a:moveTo>
                  <a:lnTo>
                    <a:pt x="131540" y="0"/>
                  </a:lnTo>
                  <a:cubicBezTo>
                    <a:pt x="58865" y="0"/>
                    <a:pt x="0" y="58865"/>
                    <a:pt x="0" y="131540"/>
                  </a:cubicBezTo>
                  <a:lnTo>
                    <a:pt x="0" y="1851470"/>
                  </a:lnTo>
                  <a:cubicBezTo>
                    <a:pt x="0" y="1924145"/>
                    <a:pt x="58865" y="1983010"/>
                    <a:pt x="131540" y="1983010"/>
                  </a:cubicBezTo>
                  <a:lnTo>
                    <a:pt x="979837" y="1983010"/>
                  </a:lnTo>
                  <a:cubicBezTo>
                    <a:pt x="1052513" y="1983010"/>
                    <a:pt x="1111377" y="1924145"/>
                    <a:pt x="1111377" y="1851470"/>
                  </a:cubicBezTo>
                  <a:lnTo>
                    <a:pt x="1111377" y="131540"/>
                  </a:lnTo>
                  <a:cubicBezTo>
                    <a:pt x="1111377" y="58865"/>
                    <a:pt x="1052513" y="0"/>
                    <a:pt x="979837" y="0"/>
                  </a:cubicBezTo>
                  <a:close/>
                  <a:moveTo>
                    <a:pt x="410147" y="77724"/>
                  </a:moveTo>
                  <a:cubicBezTo>
                    <a:pt x="410147" y="70199"/>
                    <a:pt x="416338" y="63913"/>
                    <a:pt x="423958" y="63913"/>
                  </a:cubicBezTo>
                  <a:lnTo>
                    <a:pt x="687419" y="63913"/>
                  </a:lnTo>
                  <a:cubicBezTo>
                    <a:pt x="694944" y="63913"/>
                    <a:pt x="701231" y="70104"/>
                    <a:pt x="701231" y="77724"/>
                  </a:cubicBezTo>
                  <a:lnTo>
                    <a:pt x="701231" y="80486"/>
                  </a:lnTo>
                  <a:cubicBezTo>
                    <a:pt x="701231" y="88011"/>
                    <a:pt x="695039" y="94298"/>
                    <a:pt x="687419" y="94298"/>
                  </a:cubicBezTo>
                  <a:lnTo>
                    <a:pt x="423958" y="94298"/>
                  </a:lnTo>
                  <a:cubicBezTo>
                    <a:pt x="416433" y="94298"/>
                    <a:pt x="410147" y="88106"/>
                    <a:pt x="410147" y="80486"/>
                  </a:cubicBezTo>
                  <a:lnTo>
                    <a:pt x="410147" y="77724"/>
                  </a:lnTo>
                  <a:close/>
                  <a:moveTo>
                    <a:pt x="555689" y="1947482"/>
                  </a:moveTo>
                  <a:cubicBezTo>
                    <a:pt x="504254" y="1947482"/>
                    <a:pt x="462534" y="1905762"/>
                    <a:pt x="462534" y="1854327"/>
                  </a:cubicBezTo>
                  <a:cubicBezTo>
                    <a:pt x="462534" y="1802892"/>
                    <a:pt x="504254" y="1761173"/>
                    <a:pt x="555689" y="1761173"/>
                  </a:cubicBezTo>
                  <a:cubicBezTo>
                    <a:pt x="607124" y="1761173"/>
                    <a:pt x="648843" y="1802892"/>
                    <a:pt x="648843" y="1854327"/>
                  </a:cubicBezTo>
                  <a:cubicBezTo>
                    <a:pt x="648843" y="1905762"/>
                    <a:pt x="607124" y="1947482"/>
                    <a:pt x="555689" y="1947482"/>
                  </a:cubicBezTo>
                  <a:close/>
                  <a:moveTo>
                    <a:pt x="1002602" y="1713833"/>
                  </a:moveTo>
                  <a:cubicBezTo>
                    <a:pt x="1002602" y="1715072"/>
                    <a:pt x="1001554" y="1716119"/>
                    <a:pt x="1000315" y="1716119"/>
                  </a:cubicBezTo>
                  <a:lnTo>
                    <a:pt x="111157" y="1716119"/>
                  </a:lnTo>
                  <a:cubicBezTo>
                    <a:pt x="109919" y="1716119"/>
                    <a:pt x="108871" y="1715072"/>
                    <a:pt x="108871" y="1713833"/>
                  </a:cubicBezTo>
                  <a:lnTo>
                    <a:pt x="108871" y="156305"/>
                  </a:lnTo>
                  <a:cubicBezTo>
                    <a:pt x="108871" y="155067"/>
                    <a:pt x="109919" y="154019"/>
                    <a:pt x="111157" y="154019"/>
                  </a:cubicBezTo>
                  <a:lnTo>
                    <a:pt x="1000315" y="154019"/>
                  </a:lnTo>
                  <a:cubicBezTo>
                    <a:pt x="1001554" y="154019"/>
                    <a:pt x="1002602" y="155067"/>
                    <a:pt x="1002602" y="156305"/>
                  </a:cubicBezTo>
                  <a:lnTo>
                    <a:pt x="1002602" y="1713833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tx1"/>
                </a:solidFill>
                <a:latin typeface="Inter Black" panose="02000503000000020004" pitchFamily="2" charset="0"/>
                <a:ea typeface="Inter Black" panose="02000503000000020004" pitchFamily="2" charset="0"/>
              </a:endParaRPr>
            </a:p>
          </p:txBody>
        </p:sp>
      </p:grpSp>
      <p:sp>
        <p:nvSpPr>
          <p:cNvPr id="50" name="Textplatzhalter 126">
            <a:extLst>
              <a:ext uri="{FF2B5EF4-FFF2-40B4-BE49-F238E27FC236}">
                <a16:creationId xmlns:a16="http://schemas.microsoft.com/office/drawing/2014/main" id="{85413588-4E5B-811E-F747-1E17C5A0FA4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0163" y="314250"/>
            <a:ext cx="2808287" cy="266550"/>
          </a:xfrm>
          <a:prstGeom prst="rect">
            <a:avLst/>
          </a:prstGeom>
        </p:spPr>
        <p:txBody>
          <a:bodyPr lIns="0" tIns="0" rIns="0" bIns="0" anchor="ctr"/>
          <a:lstStyle>
            <a:lvl1pPr marL="72000" indent="0">
              <a:buFont typeface="Arial" panose="020B0604020202020204" pitchFamily="34" charset="0"/>
              <a:buNone/>
              <a:defRPr sz="1600" cap="all" baseline="0">
                <a:solidFill>
                  <a:schemeClr val="bg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  <a:lvl2pPr>
              <a:defRPr sz="1600">
                <a:latin typeface="Inter Black" panose="00000900000000000000" pitchFamily="50" charset="0"/>
              </a:defRPr>
            </a:lvl2pPr>
            <a:lvl3pPr>
              <a:defRPr sz="1600">
                <a:latin typeface="Inter Black" panose="00000900000000000000" pitchFamily="50" charset="0"/>
              </a:defRPr>
            </a:lvl3pPr>
            <a:lvl4pPr>
              <a:defRPr sz="1600">
                <a:latin typeface="Inter Black" panose="00000900000000000000" pitchFamily="50" charset="0"/>
              </a:defRPr>
            </a:lvl4pPr>
            <a:lvl5pPr>
              <a:defRPr sz="1600">
                <a:latin typeface="Inter Black" panose="00000900000000000000" pitchFamily="50" charset="0"/>
              </a:defRPr>
            </a:lvl5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51" name="Textplatzhalter 124">
            <a:extLst>
              <a:ext uri="{FF2B5EF4-FFF2-40B4-BE49-F238E27FC236}">
                <a16:creationId xmlns:a16="http://schemas.microsoft.com/office/drawing/2014/main" id="{7731E7D8-833F-229A-1FAE-BDD91DE74C3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95775" y="756000"/>
            <a:ext cx="7351713" cy="897131"/>
          </a:xfrm>
          <a:prstGeom prst="rect">
            <a:avLst/>
          </a:prstGeom>
        </p:spPr>
        <p:txBody>
          <a:bodyPr lIns="0" tIns="0" rIns="0" bIns="0" anchor="b"/>
          <a:lstStyle>
            <a:lvl1pPr marL="72000" indent="0">
              <a:buFont typeface="Arial" panose="020B0604020202020204" pitchFamily="34" charset="0"/>
              <a:buNone/>
              <a:defRPr sz="1800" cap="all" baseline="0">
                <a:solidFill>
                  <a:schemeClr val="tx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52" name="Textplatzhalter 128">
            <a:extLst>
              <a:ext uri="{FF2B5EF4-FFF2-40B4-BE49-F238E27FC236}">
                <a16:creationId xmlns:a16="http://schemas.microsoft.com/office/drawing/2014/main" id="{5EBEAF21-BB6A-006A-8743-98078E3CD6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2" y="865860"/>
            <a:ext cx="2807588" cy="8212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7200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cap="all" baseline="0">
                <a:solidFill>
                  <a:schemeClr val="bg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  <a:lvl2pPr>
              <a:defRPr sz="3200">
                <a:latin typeface="Inter Black" panose="00000900000000000000" pitchFamily="50" charset="0"/>
              </a:defRPr>
            </a:lvl2pPr>
            <a:lvl3pPr>
              <a:defRPr sz="3200">
                <a:latin typeface="Inter Black" panose="00000900000000000000" pitchFamily="50" charset="0"/>
              </a:defRPr>
            </a:lvl3pPr>
            <a:lvl4pPr>
              <a:defRPr sz="3200">
                <a:latin typeface="Inter Black" panose="00000900000000000000" pitchFamily="50" charset="0"/>
              </a:defRPr>
            </a:lvl4pPr>
            <a:lvl5pPr>
              <a:defRPr sz="3200">
                <a:latin typeface="Inter Black" panose="00000900000000000000" pitchFamily="50" charset="0"/>
              </a:defRPr>
            </a:lvl5pPr>
          </a:lstStyle>
          <a:p>
            <a:pPr lvl="0"/>
            <a:r>
              <a:rPr lang="de-DE" dirty="0"/>
              <a:t xml:space="preserve">Vor- &amp; </a:t>
            </a:r>
            <a:r>
              <a:rPr lang="de-DE" dirty="0" err="1"/>
              <a:t>nachname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47280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F2DFCE1-89C9-C705-77D8-780F1DCADE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20138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4" progId="TCLayout.ActiveDocument.1">
                  <p:embed/>
                </p:oleObj>
              </mc:Choice>
              <mc:Fallback>
                <p:oleObj name="think-cell Folie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2DFCE1-89C9-C705-77D8-780F1DCADE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F9A2D6C-FBFE-CFBA-FF9E-F5998174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8FFB-A536-4EDE-97F6-8604D0DFECD9}" type="datetime1">
              <a:rPr lang="en-GB" smtClean="0"/>
              <a:t>30/06/2026</a:t>
            </a:fld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906349-0F07-EF3F-6965-D050277E10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703A8FB-4C57-925A-561E-D700D28A569F}"/>
              </a:ext>
            </a:extLst>
          </p:cNvPr>
          <p:cNvSpPr/>
          <p:nvPr userDrawn="1"/>
        </p:nvSpPr>
        <p:spPr>
          <a:xfrm>
            <a:off x="-20598" y="1"/>
            <a:ext cx="4144112" cy="6858000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600" dirty="0">
              <a:latin typeface="Inter Black" panose="00000900000000000000" pitchFamily="50" charset="0"/>
            </a:endParaRPr>
          </a:p>
        </p:txBody>
      </p:sp>
      <p:sp>
        <p:nvSpPr>
          <p:cNvPr id="7" name="Textplatzhalter 29">
            <a:extLst>
              <a:ext uri="{FF2B5EF4-FFF2-40B4-BE49-F238E27FC236}">
                <a16:creationId xmlns:a16="http://schemas.microsoft.com/office/drawing/2014/main" id="{B28F5A4A-6784-1EAD-586A-D064E10BB86B}"/>
              </a:ext>
            </a:extLst>
          </p:cNvPr>
          <p:cNvSpPr txBox="1">
            <a:spLocks/>
          </p:cNvSpPr>
          <p:nvPr userDrawn="1"/>
        </p:nvSpPr>
        <p:spPr>
          <a:xfrm>
            <a:off x="555623" y="3685827"/>
            <a:ext cx="2843213" cy="300038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kern="1200" cap="all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200" b="0" i="0" u="none" strike="noStrike" kern="1200" cap="all" spc="0" normalizeH="0" baseline="0" noProof="0">
              <a:ln>
                <a:noFill/>
              </a:ln>
              <a:solidFill>
                <a:srgbClr val="FCFDFB"/>
              </a:solidFill>
              <a:effectLst/>
              <a:uLnTx/>
              <a:uFillTx/>
              <a:latin typeface="Inter" panose="00000700000000000000" pitchFamily="50" charset="0"/>
            </a:endParaRPr>
          </a:p>
        </p:txBody>
      </p:sp>
      <p:sp>
        <p:nvSpPr>
          <p:cNvPr id="8" name="Textplatzhalter 19">
            <a:extLst>
              <a:ext uri="{FF2B5EF4-FFF2-40B4-BE49-F238E27FC236}">
                <a16:creationId xmlns:a16="http://schemas.microsoft.com/office/drawing/2014/main" id="{5A71523C-F017-7364-8533-1CC85BF5CBDF}"/>
              </a:ext>
            </a:extLst>
          </p:cNvPr>
          <p:cNvSpPr txBox="1">
            <a:spLocks/>
          </p:cNvSpPr>
          <p:nvPr userDrawn="1"/>
        </p:nvSpPr>
        <p:spPr>
          <a:xfrm>
            <a:off x="555624" y="4006888"/>
            <a:ext cx="2628900" cy="173207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kern="1200" cap="all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Blip>
                <a:blip r:embed="rId5"/>
              </a:buBlip>
              <a:defRPr/>
            </a:pPr>
            <a:endParaRPr kumimoji="0" lang="de-DE" sz="1050" b="0" i="0" u="none" strike="noStrike" kern="1200" cap="none" spc="0" normalizeH="0" baseline="0" noProof="0">
              <a:ln>
                <a:noFill/>
              </a:ln>
              <a:solidFill>
                <a:srgbClr val="FCFDF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platzhalter 159">
            <a:extLst>
              <a:ext uri="{FF2B5EF4-FFF2-40B4-BE49-F238E27FC236}">
                <a16:creationId xmlns:a16="http://schemas.microsoft.com/office/drawing/2014/main" id="{84C9A763-FDAE-BDCE-5597-A89AC8112A0B}"/>
              </a:ext>
            </a:extLst>
          </p:cNvPr>
          <p:cNvSpPr txBox="1">
            <a:spLocks/>
          </p:cNvSpPr>
          <p:nvPr userDrawn="1"/>
        </p:nvSpPr>
        <p:spPr>
          <a:xfrm>
            <a:off x="5051425" y="4793003"/>
            <a:ext cx="6551219" cy="1407772"/>
          </a:xfrm>
          <a:prstGeom prst="rect">
            <a:avLst/>
          </a:prstGeom>
        </p:spPr>
        <p:txBody>
          <a:bodyPr lIns="0" tIns="0" rIns="0" bIns="0" numCol="2"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kern="1200" cap="all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Blip>
                <a:blip r:embed="rId5"/>
              </a:buBlip>
              <a:defRPr/>
            </a:pPr>
            <a:endParaRPr kumimoji="0" lang="de-DE" sz="1050" b="0" i="0" u="none" strike="noStrike" kern="1200" cap="none" spc="0" normalizeH="0" baseline="0" noProof="0">
              <a:ln>
                <a:noFill/>
              </a:ln>
              <a:solidFill>
                <a:srgbClr val="00002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1" name="Textplatzhalter 29">
            <a:extLst>
              <a:ext uri="{FF2B5EF4-FFF2-40B4-BE49-F238E27FC236}">
                <a16:creationId xmlns:a16="http://schemas.microsoft.com/office/drawing/2014/main" id="{B5D7E595-1222-6E67-A5A6-17E36E5AE46A}"/>
              </a:ext>
            </a:extLst>
          </p:cNvPr>
          <p:cNvSpPr txBox="1">
            <a:spLocks/>
          </p:cNvSpPr>
          <p:nvPr userDrawn="1"/>
        </p:nvSpPr>
        <p:spPr>
          <a:xfrm>
            <a:off x="555623" y="5664543"/>
            <a:ext cx="1873251" cy="298569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kern="1200" cap="all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200" b="0" i="0" u="none" strike="noStrike" kern="1200" cap="all" spc="0" normalizeH="0" baseline="0" noProof="0">
              <a:ln>
                <a:noFill/>
              </a:ln>
              <a:solidFill>
                <a:srgbClr val="FCFDFB"/>
              </a:solidFill>
              <a:effectLst/>
              <a:uLnTx/>
              <a:uFillTx/>
              <a:latin typeface="Inter" panose="00000700000000000000" pitchFamily="50" charset="0"/>
            </a:endParaRPr>
          </a:p>
        </p:txBody>
      </p:sp>
      <p:sp>
        <p:nvSpPr>
          <p:cNvPr id="12" name="Bildplatzhalter 14">
            <a:extLst>
              <a:ext uri="{FF2B5EF4-FFF2-40B4-BE49-F238E27FC236}">
                <a16:creationId xmlns:a16="http://schemas.microsoft.com/office/drawing/2014/main" id="{CE24E87D-925B-F8ED-C828-3210E85A0609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-20598" y="3797300"/>
            <a:ext cx="5072023" cy="2384025"/>
          </a:xfrm>
          <a:prstGeom prst="rect">
            <a:avLst/>
          </a:prstGeom>
          <a:noFill/>
        </p:spPr>
        <p:txBody>
          <a:bodyPr/>
          <a:lstStyle>
            <a:lvl1pPr marL="72000" indent="0">
              <a:buFont typeface="Arial" panose="020B0604020202020204" pitchFamily="34" charset="0"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ACFA325-29E1-EA7C-5D48-C00155E7C9EF}"/>
              </a:ext>
            </a:extLst>
          </p:cNvPr>
          <p:cNvSpPr txBox="1"/>
          <p:nvPr userDrawn="1"/>
        </p:nvSpPr>
        <p:spPr>
          <a:xfrm>
            <a:off x="4295775" y="1810494"/>
            <a:ext cx="2660652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200" cap="all" baseline="0" dirty="0" err="1">
                <a:latin typeface="Inter Black" panose="02000503000000020004" pitchFamily="2" charset="0"/>
                <a:ea typeface="Inter Black" panose="02000503000000020004" pitchFamily="2" charset="0"/>
              </a:rPr>
              <a:t>projektbeschreibung</a:t>
            </a:r>
            <a:endParaRPr lang="en-GB" sz="1200" cap="all" baseline="0" dirty="0" err="1">
              <a:latin typeface="Inter Black" panose="02000503000000020004" pitchFamily="2" charset="0"/>
              <a:ea typeface="Inter Black" panose="02000503000000020004" pitchFamily="2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009EEE4-DE41-60C2-B646-7EA5C52FEF82}"/>
              </a:ext>
            </a:extLst>
          </p:cNvPr>
          <p:cNvSpPr txBox="1"/>
          <p:nvPr userDrawn="1"/>
        </p:nvSpPr>
        <p:spPr>
          <a:xfrm>
            <a:off x="551251" y="1810494"/>
            <a:ext cx="2660652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200" cap="all" baseline="0" dirty="0">
                <a:solidFill>
                  <a:schemeClr val="bg1"/>
                </a:solidFill>
                <a:latin typeface="Inter Black" panose="02000503000000020004" pitchFamily="2" charset="0"/>
                <a:ea typeface="Inter Black" panose="02000503000000020004" pitchFamily="2" charset="0"/>
              </a:rPr>
              <a:t>Ergebnisse</a:t>
            </a:r>
            <a:endParaRPr lang="en-GB" sz="1200" cap="all" baseline="0" dirty="0" err="1">
              <a:solidFill>
                <a:schemeClr val="bg1"/>
              </a:solidFill>
              <a:latin typeface="Inter Black" panose="02000503000000020004" pitchFamily="2" charset="0"/>
              <a:ea typeface="Inter Black" panose="02000503000000020004" pitchFamily="2" charset="0"/>
            </a:endParaRPr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CE63008A-F972-22AC-8910-22BF1BAD42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0863" y="2030856"/>
            <a:ext cx="3168000" cy="156387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18000"/>
              <a:buFont typeface="Wingdings" panose="05000000000000000000" pitchFamily="2" charset="2"/>
              <a:buChar char="§"/>
              <a:defRPr sz="1100" cap="none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360000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57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21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sz="11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Hier steht ein Text.</a:t>
            </a:r>
          </a:p>
          <a:p>
            <a:pPr lvl="1"/>
            <a:r>
              <a:rPr lang="de-DE" dirty="0" err="1"/>
              <a:t>Subtitel</a:t>
            </a:r>
            <a:endParaRPr lang="de-DE" dirty="0"/>
          </a:p>
          <a:p>
            <a:pPr lvl="2"/>
            <a:endParaRPr lang="de-DE" dirty="0"/>
          </a:p>
          <a:p>
            <a:pPr lvl="0"/>
            <a:endParaRPr lang="de-DE" dirty="0"/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DFC73722-20FD-330C-0C2F-7C513BA55DB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295775" y="2030856"/>
            <a:ext cx="3563938" cy="156387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8000"/>
              <a:buFont typeface="Wingdings" panose="05000000000000000000" pitchFamily="2" charset="2"/>
              <a:buChar char="§"/>
              <a:defRPr sz="1100" cap="none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360000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57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+mn-lt"/>
              </a:defRPr>
            </a:lvl3pPr>
            <a:lvl4pPr marL="21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sz="11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Hier steht ein Text.</a:t>
            </a:r>
          </a:p>
          <a:p>
            <a:pPr lvl="1"/>
            <a:r>
              <a:rPr lang="de-DE" dirty="0" err="1"/>
              <a:t>Subtitel</a:t>
            </a:r>
            <a:endParaRPr lang="de-DE" dirty="0"/>
          </a:p>
          <a:p>
            <a:pPr lvl="0"/>
            <a:endParaRPr lang="de-DE" dirty="0"/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4C4D8300-AE1C-FB0B-3704-21C10BA2510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40688" y="2030856"/>
            <a:ext cx="3563938" cy="156387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8000"/>
              <a:buFont typeface="Wingdings" panose="05000000000000000000" pitchFamily="2" charset="2"/>
              <a:buChar char="§"/>
              <a:defRPr sz="1100" cap="none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360000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57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+mn-lt"/>
              </a:defRPr>
            </a:lvl3pPr>
            <a:lvl4pPr marL="21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sz="11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Hier steht ein Text.</a:t>
            </a:r>
          </a:p>
          <a:p>
            <a:pPr lvl="1"/>
            <a:r>
              <a:rPr lang="de-DE" dirty="0" err="1"/>
              <a:t>Subtitel</a:t>
            </a:r>
            <a:endParaRPr lang="de-DE" dirty="0"/>
          </a:p>
          <a:p>
            <a:pPr lvl="0"/>
            <a:endParaRPr lang="de-DE" dirty="0"/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23CEFF95-EC5F-FD53-EE13-0505D749949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32399" y="4715040"/>
            <a:ext cx="6367150" cy="144000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18000"/>
              <a:buFont typeface="Arial" panose="020B0604020202020204" pitchFamily="34" charset="0"/>
              <a:buNone/>
              <a:defRPr sz="1200" i="1" cap="none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360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i="1">
                <a:solidFill>
                  <a:schemeClr val="tx1"/>
                </a:solidFill>
                <a:latin typeface="+mn-lt"/>
              </a:defRPr>
            </a:lvl2pPr>
            <a:lvl3pPr marL="57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1">
                <a:solidFill>
                  <a:schemeClr val="tx1"/>
                </a:solidFill>
                <a:latin typeface="+mn-lt"/>
              </a:defRPr>
            </a:lvl3pPr>
            <a:lvl4pPr marL="21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sz="1100" i="1">
                <a:solidFill>
                  <a:schemeClr val="tx1"/>
                </a:solidFill>
                <a:latin typeface="+mn-lt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Hier steht ein Feedback-Text des Kunden oder alternativ weitere Bilder verwenden.</a:t>
            </a:r>
          </a:p>
        </p:txBody>
      </p:sp>
      <p:sp>
        <p:nvSpPr>
          <p:cNvPr id="19" name="Textplatzhalter 130">
            <a:extLst>
              <a:ext uri="{FF2B5EF4-FFF2-40B4-BE49-F238E27FC236}">
                <a16:creationId xmlns:a16="http://schemas.microsoft.com/office/drawing/2014/main" id="{06EF5741-8D0C-1860-B0C1-98B76E2EB3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3326" y="388331"/>
            <a:ext cx="1323561" cy="183802"/>
          </a:xfrm>
          <a:prstGeom prst="rect">
            <a:avLst/>
          </a:prstGeom>
        </p:spPr>
        <p:txBody>
          <a:bodyPr/>
          <a:lstStyle>
            <a:lvl1pPr marL="72000" indent="0">
              <a:buFont typeface="Arial" panose="020B0604020202020204" pitchFamily="34" charset="0"/>
              <a:buNone/>
              <a:defRPr sz="105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0" name="Textplatzhalter 130">
            <a:extLst>
              <a:ext uri="{FF2B5EF4-FFF2-40B4-BE49-F238E27FC236}">
                <a16:creationId xmlns:a16="http://schemas.microsoft.com/office/drawing/2014/main" id="{88F35FA2-72DA-A042-EEFE-7351C133AA0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96626" y="385637"/>
            <a:ext cx="5007999" cy="183802"/>
          </a:xfrm>
          <a:prstGeom prst="rect">
            <a:avLst/>
          </a:prstGeom>
        </p:spPr>
        <p:txBody>
          <a:bodyPr/>
          <a:lstStyle>
            <a:lvl1pPr marL="72000" indent="0">
              <a:buFont typeface="Arial" panose="020B0604020202020204" pitchFamily="34" charset="0"/>
              <a:buNone/>
              <a:defRPr sz="1050"/>
            </a:lvl1pPr>
          </a:lstStyle>
          <a:p>
            <a:pPr lvl="0"/>
            <a:r>
              <a:rPr lang="de-DE" dirty="0"/>
              <a:t>Zielgruppe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96203EB-8BD5-3B25-0237-38F275AD5DA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222541" y="283704"/>
            <a:ext cx="389063" cy="387668"/>
            <a:chOff x="9088632" y="4226571"/>
            <a:chExt cx="577506" cy="575436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81DAFF20-35F0-8BFB-360D-C457D7AABF34}"/>
                </a:ext>
              </a:extLst>
            </p:cNvPr>
            <p:cNvSpPr/>
            <p:nvPr/>
          </p:nvSpPr>
          <p:spPr>
            <a:xfrm>
              <a:off x="9088632" y="4229182"/>
              <a:ext cx="575262" cy="571696"/>
            </a:xfrm>
            <a:custGeom>
              <a:avLst/>
              <a:gdLst>
                <a:gd name="csX0" fmla="*/ 0 w 575262"/>
                <a:gd name="csY0" fmla="*/ 285848 h 571696"/>
                <a:gd name="csX1" fmla="*/ 287631 w 575262"/>
                <a:gd name="csY1" fmla="*/ 0 h 571696"/>
                <a:gd name="csX2" fmla="*/ 575262 w 575262"/>
                <a:gd name="csY2" fmla="*/ 285848 h 571696"/>
                <a:gd name="csX3" fmla="*/ 287631 w 575262"/>
                <a:gd name="csY3" fmla="*/ 571696 h 571696"/>
                <a:gd name="csX4" fmla="*/ 0 w 575262"/>
                <a:gd name="csY4" fmla="*/ 285848 h 5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75262" h="571696" fill="none" extrusionOk="0">
                  <a:moveTo>
                    <a:pt x="0" y="285848"/>
                  </a:moveTo>
                  <a:cubicBezTo>
                    <a:pt x="14767" y="129731"/>
                    <a:pt x="134582" y="-11947"/>
                    <a:pt x="287631" y="0"/>
                  </a:cubicBezTo>
                  <a:cubicBezTo>
                    <a:pt x="435327" y="-1709"/>
                    <a:pt x="555707" y="146389"/>
                    <a:pt x="575262" y="285848"/>
                  </a:cubicBezTo>
                  <a:cubicBezTo>
                    <a:pt x="572882" y="421019"/>
                    <a:pt x="441433" y="578717"/>
                    <a:pt x="287631" y="571696"/>
                  </a:cubicBezTo>
                  <a:cubicBezTo>
                    <a:pt x="144425" y="580456"/>
                    <a:pt x="18906" y="448263"/>
                    <a:pt x="0" y="285848"/>
                  </a:cubicBezTo>
                  <a:close/>
                </a:path>
                <a:path w="575262" h="571696" stroke="0" extrusionOk="0">
                  <a:moveTo>
                    <a:pt x="0" y="285848"/>
                  </a:moveTo>
                  <a:cubicBezTo>
                    <a:pt x="-10616" y="121431"/>
                    <a:pt x="108624" y="7564"/>
                    <a:pt x="287631" y="0"/>
                  </a:cubicBezTo>
                  <a:cubicBezTo>
                    <a:pt x="456591" y="2128"/>
                    <a:pt x="553403" y="128674"/>
                    <a:pt x="575262" y="285848"/>
                  </a:cubicBezTo>
                  <a:cubicBezTo>
                    <a:pt x="569892" y="448961"/>
                    <a:pt x="446036" y="574180"/>
                    <a:pt x="287631" y="571696"/>
                  </a:cubicBezTo>
                  <a:cubicBezTo>
                    <a:pt x="112527" y="562805"/>
                    <a:pt x="13221" y="450034"/>
                    <a:pt x="0" y="285848"/>
                  </a:cubicBezTo>
                  <a:close/>
                </a:path>
              </a:pathLst>
            </a:custGeom>
            <a:solidFill>
              <a:schemeClr val="bg1"/>
            </a:solidFill>
            <a:ln cap="rnd">
              <a:noFill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de-DE" sz="2400">
                <a:latin typeface="Inter Black" panose="00000900000000000000" pitchFamily="50" charset="0"/>
              </a:endParaRPr>
            </a:p>
          </p:txBody>
        </p:sp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8BC19F02-8A3B-F9FA-0F23-0EC86143B4E4}"/>
                </a:ext>
              </a:extLst>
            </p:cNvPr>
            <p:cNvGrpSpPr/>
            <p:nvPr/>
          </p:nvGrpSpPr>
          <p:grpSpPr>
            <a:xfrm>
              <a:off x="9090876" y="4226571"/>
              <a:ext cx="575262" cy="575436"/>
              <a:chOff x="9090876" y="4226571"/>
              <a:chExt cx="575262" cy="575436"/>
            </a:xfrm>
          </p:grpSpPr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DE5F0E08-9556-B7D9-CF76-75CBF3BE413D}"/>
                  </a:ext>
                </a:extLst>
              </p:cNvPr>
              <p:cNvSpPr/>
              <p:nvPr/>
            </p:nvSpPr>
            <p:spPr>
              <a:xfrm rot="8490460">
                <a:off x="9090876" y="4226571"/>
                <a:ext cx="575262" cy="575436"/>
              </a:xfrm>
              <a:custGeom>
                <a:avLst/>
                <a:gdLst>
                  <a:gd name="csX0" fmla="*/ 0 w 575262"/>
                  <a:gd name="csY0" fmla="*/ 287718 h 575436"/>
                  <a:gd name="csX1" fmla="*/ 287631 w 575262"/>
                  <a:gd name="csY1" fmla="*/ 0 h 575436"/>
                  <a:gd name="csX2" fmla="*/ 575262 w 575262"/>
                  <a:gd name="csY2" fmla="*/ 287718 h 575436"/>
                  <a:gd name="csX3" fmla="*/ 287631 w 575262"/>
                  <a:gd name="csY3" fmla="*/ 575436 h 575436"/>
                  <a:gd name="csX4" fmla="*/ 0 w 575262"/>
                  <a:gd name="csY4" fmla="*/ 287718 h 5754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75262" h="575436" fill="none" extrusionOk="0">
                    <a:moveTo>
                      <a:pt x="0" y="287718"/>
                    </a:moveTo>
                    <a:cubicBezTo>
                      <a:pt x="14767" y="130568"/>
                      <a:pt x="134582" y="-11947"/>
                      <a:pt x="287631" y="0"/>
                    </a:cubicBezTo>
                    <a:cubicBezTo>
                      <a:pt x="440541" y="-910"/>
                      <a:pt x="567158" y="136446"/>
                      <a:pt x="575262" y="287718"/>
                    </a:cubicBezTo>
                    <a:cubicBezTo>
                      <a:pt x="572882" y="423922"/>
                      <a:pt x="441433" y="582457"/>
                      <a:pt x="287631" y="575436"/>
                    </a:cubicBezTo>
                    <a:cubicBezTo>
                      <a:pt x="136048" y="579507"/>
                      <a:pt x="18539" y="451077"/>
                      <a:pt x="0" y="287718"/>
                    </a:cubicBezTo>
                    <a:close/>
                  </a:path>
                  <a:path w="575262" h="575436" stroke="0" extrusionOk="0">
                    <a:moveTo>
                      <a:pt x="0" y="287718"/>
                    </a:moveTo>
                    <a:cubicBezTo>
                      <a:pt x="-10616" y="122268"/>
                      <a:pt x="108624" y="7564"/>
                      <a:pt x="287631" y="0"/>
                    </a:cubicBezTo>
                    <a:cubicBezTo>
                      <a:pt x="453575" y="1493"/>
                      <a:pt x="555090" y="129457"/>
                      <a:pt x="575262" y="287718"/>
                    </a:cubicBezTo>
                    <a:cubicBezTo>
                      <a:pt x="569892" y="451864"/>
                      <a:pt x="446036" y="577920"/>
                      <a:pt x="287631" y="575436"/>
                    </a:cubicBezTo>
                    <a:cubicBezTo>
                      <a:pt x="124134" y="572896"/>
                      <a:pt x="24195" y="458180"/>
                      <a:pt x="0" y="287718"/>
                    </a:cubicBezTo>
                    <a:close/>
                  </a:path>
                </a:pathLst>
              </a:custGeom>
              <a:ln w="12700">
                <a:solidFill>
                  <a:schemeClr val="tx2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ellipse">
                        <a:avLst/>
                      </a:prstGeom>
                      <ask:type>
                        <ask:lineSketchCurve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lIns="0" tIns="0" rIns="72000" bIns="0" rtlCol="0" anchor="ctr"/>
              <a:lstStyle/>
              <a:p>
                <a:pPr algn="r"/>
                <a:endParaRPr lang="en-GB" sz="2400">
                  <a:latin typeface="Inter Black" panose="00000900000000000000" pitchFamily="50" charset="0"/>
                </a:endParaRPr>
              </a:p>
            </p:txBody>
          </p:sp>
          <p:pic>
            <p:nvPicPr>
              <p:cNvPr id="26" name="Grafik 25" descr="Zielgruppe mit einfarbiger Füllung">
                <a:extLst>
                  <a:ext uri="{FF2B5EF4-FFF2-40B4-BE49-F238E27FC236}">
                    <a16:creationId xmlns:a16="http://schemas.microsoft.com/office/drawing/2014/main" id="{B9098C27-2922-DE5E-6926-4556E5469B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162507" y="4298289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04BF2D51-F058-830E-19E9-B7A6BBAE2A3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350952" y="286734"/>
            <a:ext cx="390393" cy="386996"/>
            <a:chOff x="7265923" y="3547400"/>
            <a:chExt cx="580399" cy="575348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B853FBA5-8CFF-3359-559E-ADE85CFDD62B}"/>
                </a:ext>
              </a:extLst>
            </p:cNvPr>
            <p:cNvSpPr/>
            <p:nvPr/>
          </p:nvSpPr>
          <p:spPr>
            <a:xfrm>
              <a:off x="7271060" y="3547400"/>
              <a:ext cx="575262" cy="571696"/>
            </a:xfrm>
            <a:custGeom>
              <a:avLst/>
              <a:gdLst>
                <a:gd name="csX0" fmla="*/ 0 w 575262"/>
                <a:gd name="csY0" fmla="*/ 285848 h 571696"/>
                <a:gd name="csX1" fmla="*/ 287631 w 575262"/>
                <a:gd name="csY1" fmla="*/ 0 h 571696"/>
                <a:gd name="csX2" fmla="*/ 575262 w 575262"/>
                <a:gd name="csY2" fmla="*/ 285848 h 571696"/>
                <a:gd name="csX3" fmla="*/ 287631 w 575262"/>
                <a:gd name="csY3" fmla="*/ 571696 h 571696"/>
                <a:gd name="csX4" fmla="*/ 0 w 575262"/>
                <a:gd name="csY4" fmla="*/ 285848 h 5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75262" h="571696" fill="none" extrusionOk="0">
                  <a:moveTo>
                    <a:pt x="0" y="285848"/>
                  </a:moveTo>
                  <a:cubicBezTo>
                    <a:pt x="14767" y="129731"/>
                    <a:pt x="134582" y="-11947"/>
                    <a:pt x="287631" y="0"/>
                  </a:cubicBezTo>
                  <a:cubicBezTo>
                    <a:pt x="435327" y="-1709"/>
                    <a:pt x="555707" y="146389"/>
                    <a:pt x="575262" y="285848"/>
                  </a:cubicBezTo>
                  <a:cubicBezTo>
                    <a:pt x="572882" y="421019"/>
                    <a:pt x="441433" y="578717"/>
                    <a:pt x="287631" y="571696"/>
                  </a:cubicBezTo>
                  <a:cubicBezTo>
                    <a:pt x="144425" y="580456"/>
                    <a:pt x="18906" y="448263"/>
                    <a:pt x="0" y="285848"/>
                  </a:cubicBezTo>
                  <a:close/>
                </a:path>
                <a:path w="575262" h="571696" stroke="0" extrusionOk="0">
                  <a:moveTo>
                    <a:pt x="0" y="285848"/>
                  </a:moveTo>
                  <a:cubicBezTo>
                    <a:pt x="-10616" y="121431"/>
                    <a:pt x="108624" y="7564"/>
                    <a:pt x="287631" y="0"/>
                  </a:cubicBezTo>
                  <a:cubicBezTo>
                    <a:pt x="456591" y="2128"/>
                    <a:pt x="553403" y="128674"/>
                    <a:pt x="575262" y="285848"/>
                  </a:cubicBezTo>
                  <a:cubicBezTo>
                    <a:pt x="569892" y="448961"/>
                    <a:pt x="446036" y="574180"/>
                    <a:pt x="287631" y="571696"/>
                  </a:cubicBezTo>
                  <a:cubicBezTo>
                    <a:pt x="112527" y="562805"/>
                    <a:pt x="13221" y="450034"/>
                    <a:pt x="0" y="285848"/>
                  </a:cubicBezTo>
                  <a:close/>
                </a:path>
              </a:pathLst>
            </a:custGeom>
            <a:solidFill>
              <a:schemeClr val="bg1"/>
            </a:solidFill>
            <a:ln cap="rnd">
              <a:noFill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de-DE" sz="2400">
                <a:latin typeface="Inter Black" panose="00000900000000000000" pitchFamily="50" charset="0"/>
              </a:endParaRPr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57CBC09E-4355-94C5-1FA2-F41E5B7ECD3A}"/>
                </a:ext>
              </a:extLst>
            </p:cNvPr>
            <p:cNvSpPr/>
            <p:nvPr/>
          </p:nvSpPr>
          <p:spPr>
            <a:xfrm rot="5600816">
              <a:off x="7266009" y="3547399"/>
              <a:ext cx="575263" cy="575436"/>
            </a:xfrm>
            <a:custGeom>
              <a:avLst/>
              <a:gdLst>
                <a:gd name="csX0" fmla="*/ 0 w 575263"/>
                <a:gd name="csY0" fmla="*/ 287718 h 575436"/>
                <a:gd name="csX1" fmla="*/ 287632 w 575263"/>
                <a:gd name="csY1" fmla="*/ 0 h 575436"/>
                <a:gd name="csX2" fmla="*/ 575264 w 575263"/>
                <a:gd name="csY2" fmla="*/ 287718 h 575436"/>
                <a:gd name="csX3" fmla="*/ 287632 w 575263"/>
                <a:gd name="csY3" fmla="*/ 575436 h 575436"/>
                <a:gd name="csX4" fmla="*/ 0 w 575263"/>
                <a:gd name="csY4" fmla="*/ 287718 h 575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75263" h="575436" fill="none" extrusionOk="0">
                  <a:moveTo>
                    <a:pt x="0" y="287718"/>
                  </a:moveTo>
                  <a:cubicBezTo>
                    <a:pt x="27858" y="132121"/>
                    <a:pt x="138526" y="-20063"/>
                    <a:pt x="287632" y="0"/>
                  </a:cubicBezTo>
                  <a:cubicBezTo>
                    <a:pt x="440543" y="-910"/>
                    <a:pt x="567160" y="136446"/>
                    <a:pt x="575264" y="287718"/>
                  </a:cubicBezTo>
                  <a:cubicBezTo>
                    <a:pt x="574745" y="441667"/>
                    <a:pt x="445154" y="577289"/>
                    <a:pt x="287632" y="575436"/>
                  </a:cubicBezTo>
                  <a:cubicBezTo>
                    <a:pt x="136048" y="579507"/>
                    <a:pt x="18539" y="451077"/>
                    <a:pt x="0" y="287718"/>
                  </a:cubicBezTo>
                  <a:close/>
                </a:path>
                <a:path w="575263" h="575436" stroke="0" extrusionOk="0">
                  <a:moveTo>
                    <a:pt x="0" y="287718"/>
                  </a:moveTo>
                  <a:cubicBezTo>
                    <a:pt x="-8040" y="123857"/>
                    <a:pt x="117339" y="4293"/>
                    <a:pt x="287632" y="0"/>
                  </a:cubicBezTo>
                  <a:cubicBezTo>
                    <a:pt x="453577" y="1493"/>
                    <a:pt x="555092" y="129457"/>
                    <a:pt x="575264" y="287718"/>
                  </a:cubicBezTo>
                  <a:cubicBezTo>
                    <a:pt x="558059" y="463422"/>
                    <a:pt x="444525" y="586279"/>
                    <a:pt x="287632" y="575436"/>
                  </a:cubicBezTo>
                  <a:cubicBezTo>
                    <a:pt x="124134" y="572896"/>
                    <a:pt x="24195" y="458180"/>
                    <a:pt x="0" y="287718"/>
                  </a:cubicBezTo>
                  <a:close/>
                </a:path>
              </a:pathLst>
            </a:custGeom>
            <a:ln w="12700">
              <a:solidFill>
                <a:schemeClr val="tx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lIns="0" tIns="0" rIns="72000" bIns="0" rtlCol="0" anchor="ctr"/>
            <a:lstStyle/>
            <a:p>
              <a:pPr algn="r"/>
              <a:endParaRPr lang="en-GB" sz="2400">
                <a:latin typeface="Inter Black" panose="00000900000000000000" pitchFamily="50" charset="0"/>
              </a:endParaRPr>
            </a:p>
          </p:txBody>
        </p:sp>
        <p:pic>
          <p:nvPicPr>
            <p:cNvPr id="31" name="Grafik 30" descr="Tageskalender mit einfarbiger Füllung">
              <a:extLst>
                <a:ext uri="{FF2B5EF4-FFF2-40B4-BE49-F238E27FC236}">
                  <a16:creationId xmlns:a16="http://schemas.microsoft.com/office/drawing/2014/main" id="{ACB91AD6-1849-6B8F-8031-4A74BAA3E4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42691" y="3617248"/>
              <a:ext cx="432000" cy="432000"/>
            </a:xfrm>
            <a:prstGeom prst="rect">
              <a:avLst/>
            </a:prstGeom>
          </p:spPr>
        </p:pic>
      </p:grpSp>
      <p:sp>
        <p:nvSpPr>
          <p:cNvPr id="32" name="Textplatzhalter 128">
            <a:extLst>
              <a:ext uri="{FF2B5EF4-FFF2-40B4-BE49-F238E27FC236}">
                <a16:creationId xmlns:a16="http://schemas.microsoft.com/office/drawing/2014/main" id="{0597A442-2710-C75A-C4B5-DC5586BFE3C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2" y="865860"/>
            <a:ext cx="2807588" cy="821299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7200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cap="all" baseline="0">
                <a:solidFill>
                  <a:schemeClr val="bg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  <a:lvl2pPr>
              <a:defRPr sz="3200">
                <a:latin typeface="Inter Black" panose="00000900000000000000" pitchFamily="50" charset="0"/>
              </a:defRPr>
            </a:lvl2pPr>
            <a:lvl3pPr>
              <a:defRPr sz="3200">
                <a:latin typeface="Inter Black" panose="00000900000000000000" pitchFamily="50" charset="0"/>
              </a:defRPr>
            </a:lvl3pPr>
            <a:lvl4pPr>
              <a:defRPr sz="3200">
                <a:latin typeface="Inter Black" panose="00000900000000000000" pitchFamily="50" charset="0"/>
              </a:defRPr>
            </a:lvl4pPr>
            <a:lvl5pPr>
              <a:defRPr sz="3200">
                <a:latin typeface="Inter Black" panose="00000900000000000000" pitchFamily="50" charset="0"/>
              </a:defRPr>
            </a:lvl5pPr>
          </a:lstStyle>
          <a:p>
            <a:pPr lvl="0"/>
            <a:r>
              <a:rPr lang="de-DE" dirty="0"/>
              <a:t>FIRMENNAME</a:t>
            </a:r>
          </a:p>
        </p:txBody>
      </p:sp>
      <p:sp>
        <p:nvSpPr>
          <p:cNvPr id="33" name="Textplatzhalter 126">
            <a:extLst>
              <a:ext uri="{FF2B5EF4-FFF2-40B4-BE49-F238E27FC236}">
                <a16:creationId xmlns:a16="http://schemas.microsoft.com/office/drawing/2014/main" id="{DED6993A-46E6-EEF3-CD38-A2442D7545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50163" y="314250"/>
            <a:ext cx="2808287" cy="266550"/>
          </a:xfrm>
          <a:prstGeom prst="rect">
            <a:avLst/>
          </a:prstGeom>
        </p:spPr>
        <p:txBody>
          <a:bodyPr lIns="0" tIns="0" rIns="0" bIns="0" anchor="ctr"/>
          <a:lstStyle>
            <a:lvl1pPr marL="72000" indent="0">
              <a:buFont typeface="Arial" panose="020B0604020202020204" pitchFamily="34" charset="0"/>
              <a:buNone/>
              <a:defRPr sz="1600" cap="all" baseline="0">
                <a:solidFill>
                  <a:schemeClr val="bg1"/>
                </a:solidFill>
                <a:latin typeface="Inter Black" panose="02000503000000020004" pitchFamily="2" charset="0"/>
                <a:ea typeface="Inter Black" panose="02000503000000020004" pitchFamily="2" charset="0"/>
              </a:defRPr>
            </a:lvl1pPr>
            <a:lvl2pPr>
              <a:defRPr sz="1600">
                <a:latin typeface="Inter Black" panose="00000900000000000000" pitchFamily="50" charset="0"/>
              </a:defRPr>
            </a:lvl2pPr>
            <a:lvl3pPr>
              <a:defRPr sz="1600">
                <a:latin typeface="Inter Black" panose="00000900000000000000" pitchFamily="50" charset="0"/>
              </a:defRPr>
            </a:lvl3pPr>
            <a:lvl4pPr>
              <a:defRPr sz="1600">
                <a:latin typeface="Inter Black" panose="00000900000000000000" pitchFamily="50" charset="0"/>
              </a:defRPr>
            </a:lvl4pPr>
            <a:lvl5pPr>
              <a:defRPr sz="1600">
                <a:latin typeface="Inter Black" panose="00000900000000000000" pitchFamily="50" charset="0"/>
              </a:defRPr>
            </a:lvl5pPr>
          </a:lstStyle>
          <a:p>
            <a:pPr lvl="0"/>
            <a:r>
              <a:rPr lang="de-DE" dirty="0"/>
              <a:t>THEMENSCHWERPUNKT</a:t>
            </a:r>
          </a:p>
        </p:txBody>
      </p:sp>
      <p:sp>
        <p:nvSpPr>
          <p:cNvPr id="34" name="Textplatzhalter 124">
            <a:extLst>
              <a:ext uri="{FF2B5EF4-FFF2-40B4-BE49-F238E27FC236}">
                <a16:creationId xmlns:a16="http://schemas.microsoft.com/office/drawing/2014/main" id="{A0DEEDCF-9841-E2DC-682E-394C71497D6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18485" y="756092"/>
            <a:ext cx="7300339" cy="897131"/>
          </a:xfrm>
          <a:prstGeom prst="rect">
            <a:avLst/>
          </a:prstGeom>
        </p:spPr>
        <p:txBody>
          <a:bodyPr lIns="0" tIns="0" rIns="0" bIns="0" anchor="b"/>
          <a:lstStyle>
            <a:lvl1pPr marL="72000" indent="0">
              <a:buFont typeface="Arial" panose="020B0604020202020204" pitchFamily="34" charset="0"/>
              <a:buNone/>
              <a:defRPr sz="1800" cap="all" baseline="0">
                <a:latin typeface="Inter Black" panose="02000503000000020004" pitchFamily="2" charset="0"/>
                <a:ea typeface="Inter Black" panose="02000503000000020004" pitchFamily="2" charset="0"/>
              </a:defRPr>
            </a:lvl1pPr>
          </a:lstStyle>
          <a:p>
            <a:pPr lvl="0"/>
            <a:r>
              <a:rPr lang="de-DE" dirty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394972621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kt 10" hidden="1"/>
          <p:cNvGraphicFramePr>
            <a:graphicFrameLocks noChangeAspect="1"/>
          </p:cNvGraphicFramePr>
          <p:nvPr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3712207857"/>
              </p:ext>
            </p:extLst>
          </p:nvPr>
        </p:nvGraphicFramePr>
        <p:xfrm>
          <a:off x="2119" y="1589"/>
          <a:ext cx="211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9" imgW="270" imgH="270" progId="TCLayout.ActiveDocument.1">
                  <p:embed/>
                </p:oleObj>
              </mc:Choice>
              <mc:Fallback>
                <p:oleObj name="think-cell Folie" r:id="rId29" imgW="270" imgH="270" progId="TCLayout.ActiveDocument.1">
                  <p:embed/>
                  <p:pic>
                    <p:nvPicPr>
                      <p:cNvPr id="11" name="Objekt 10" hidden="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54038" y="476250"/>
            <a:ext cx="10485588" cy="49244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noProof="0" dirty="0"/>
              <a:t xml:space="preserve">Agenda, </a:t>
            </a:r>
            <a:r>
              <a:rPr lang="en-GB" noProof="0" dirty="0" err="1"/>
              <a:t>InterBlack</a:t>
            </a:r>
            <a:r>
              <a:rPr lang="en-GB" noProof="0" dirty="0"/>
              <a:t xml:space="preserve"> 32 pt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554038" y="1496386"/>
            <a:ext cx="11090275" cy="48472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noProof="0" dirty="0"/>
              <a:t>Content text, Inter 18pt</a:t>
            </a:r>
          </a:p>
          <a:p>
            <a:pPr marL="358775" marR="0" lvl="1" indent="-177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lang="en-GB" noProof="0" dirty="0"/>
              <a:t>Content bullet, Inter 18pt</a:t>
            </a:r>
          </a:p>
          <a:p>
            <a:pPr lvl="2"/>
            <a:r>
              <a:rPr lang="en-GB" noProof="0" dirty="0"/>
              <a:t>Content bullet</a:t>
            </a:r>
          </a:p>
          <a:p>
            <a:pPr lvl="3"/>
            <a:r>
              <a:rPr lang="en-GB" noProof="0" dirty="0"/>
              <a:t>Content bullet</a:t>
            </a:r>
          </a:p>
          <a:p>
            <a:pPr lvl="4"/>
            <a:r>
              <a:rPr lang="en-GB" noProof="0" dirty="0"/>
              <a:t>Content bullet</a:t>
            </a:r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>
            <a:off x="10507734" y="6643445"/>
            <a:ext cx="1111005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 rtl="0">
              <a:defRPr sz="80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E88FFB-A536-4EDE-97F6-8604D0DFECD9}" type="datetime1">
              <a:rPr lang="en-GB" smtClean="0"/>
              <a:t>30/06/2026</a:t>
            </a:fld>
            <a:endParaRPr lang="en-GB"/>
          </a:p>
        </p:txBody>
      </p:sp>
      <p:sp>
        <p:nvSpPr>
          <p:cNvPr id="18" name="Foliennummernplatzhalter 17"/>
          <p:cNvSpPr>
            <a:spLocks noGrp="1"/>
          </p:cNvSpPr>
          <p:nvPr>
            <p:ph type="sldNum" sz="quarter" idx="4"/>
          </p:nvPr>
        </p:nvSpPr>
        <p:spPr>
          <a:xfrm>
            <a:off x="8200799" y="6643445"/>
            <a:ext cx="429245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rtl="0">
              <a:defRPr sz="80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 xml:space="preserve">- </a:t>
            </a:r>
            <a:fld id="{94A6D44E-0BF8-4A10-A708-3AB32E33FA71}" type="slidenum">
              <a:rPr lang="en-GB" smtClean="0"/>
              <a:pPr/>
              <a:t>‹Nr.›</a:t>
            </a:fld>
            <a:r>
              <a:rPr lang="en-GB"/>
              <a:t xml:space="preserve"> -</a:t>
            </a: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71EA65B2-B20F-4876-AA6D-E0DC6E85E871}"/>
              </a:ext>
            </a:extLst>
          </p:cNvPr>
          <p:cNvGrpSpPr/>
          <p:nvPr userDrawn="1"/>
        </p:nvGrpSpPr>
        <p:grpSpPr>
          <a:xfrm>
            <a:off x="-381198" y="-288131"/>
            <a:ext cx="12990396" cy="7454900"/>
            <a:chOff x="-381198" y="-288131"/>
            <a:chExt cx="12990396" cy="7454900"/>
          </a:xfrm>
        </p:grpSpPr>
        <p:cxnSp>
          <p:nvCxnSpPr>
            <p:cNvPr id="44" name="Gerade Verbindung 43"/>
            <p:cNvCxnSpPr/>
            <p:nvPr/>
          </p:nvCxnSpPr>
          <p:spPr bwMode="gray">
            <a:xfrm flipH="1">
              <a:off x="12338124" y="634365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36"/>
            <p:cNvCxnSpPr/>
            <p:nvPr userDrawn="1"/>
          </p:nvCxnSpPr>
          <p:spPr bwMode="gray">
            <a:xfrm flipH="1">
              <a:off x="-381198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38"/>
            <p:cNvCxnSpPr/>
            <p:nvPr userDrawn="1"/>
          </p:nvCxnSpPr>
          <p:spPr bwMode="gray">
            <a:xfrm rot="5400000" flipH="1">
              <a:off x="1666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39"/>
            <p:cNvCxnSpPr/>
            <p:nvPr userDrawn="1"/>
          </p:nvCxnSpPr>
          <p:spPr bwMode="gray">
            <a:xfrm rot="5400000" flipH="1">
              <a:off x="11836400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40"/>
            <p:cNvCxnSpPr/>
            <p:nvPr userDrawn="1"/>
          </p:nvCxnSpPr>
          <p:spPr bwMode="gray">
            <a:xfrm flipH="1">
              <a:off x="12338124" y="259012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41"/>
            <p:cNvCxnSpPr/>
            <p:nvPr userDrawn="1"/>
          </p:nvCxnSpPr>
          <p:spPr bwMode="gray">
            <a:xfrm flipH="1">
              <a:off x="12338124" y="1055688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42"/>
            <p:cNvCxnSpPr/>
            <p:nvPr userDrawn="1"/>
          </p:nvCxnSpPr>
          <p:spPr bwMode="gray">
            <a:xfrm flipH="1">
              <a:off x="12338124" y="1270000"/>
              <a:ext cx="27107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44"/>
            <p:cNvCxnSpPr/>
            <p:nvPr userDrawn="1"/>
          </p:nvCxnSpPr>
          <p:spPr bwMode="gray">
            <a:xfrm rot="5400000" flipH="1">
              <a:off x="168276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45"/>
            <p:cNvCxnSpPr/>
            <p:nvPr userDrawn="1"/>
          </p:nvCxnSpPr>
          <p:spPr bwMode="gray">
            <a:xfrm rot="5400000" flipH="1">
              <a:off x="11836400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47"/>
            <p:cNvCxnSpPr/>
            <p:nvPr userDrawn="1"/>
          </p:nvCxnSpPr>
          <p:spPr bwMode="gray">
            <a:xfrm rot="5400000" flipH="1">
              <a:off x="5931388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49"/>
            <p:cNvCxnSpPr/>
            <p:nvPr userDrawn="1"/>
          </p:nvCxnSpPr>
          <p:spPr bwMode="gray">
            <a:xfrm rot="5400000" flipH="1">
              <a:off x="6111082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59"/>
            <p:cNvCxnSpPr/>
            <p:nvPr userDrawn="1"/>
          </p:nvCxnSpPr>
          <p:spPr bwMode="gray">
            <a:xfrm rot="5400000" flipH="1">
              <a:off x="9849494" y="-186531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60"/>
            <p:cNvCxnSpPr>
              <a:cxnSpLocks/>
            </p:cNvCxnSpPr>
            <p:nvPr userDrawn="1"/>
          </p:nvCxnSpPr>
          <p:spPr bwMode="gray">
            <a:xfrm rot="5400000" flipH="1">
              <a:off x="9849494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 Verbindung 47">
              <a:extLst>
                <a:ext uri="{FF2B5EF4-FFF2-40B4-BE49-F238E27FC236}">
                  <a16:creationId xmlns:a16="http://schemas.microsoft.com/office/drawing/2014/main" id="{B9E93E3B-142E-4B05-91BB-DBCDB7422352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5931388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 Verbindung 49">
              <a:extLst>
                <a:ext uri="{FF2B5EF4-FFF2-40B4-BE49-F238E27FC236}">
                  <a16:creationId xmlns:a16="http://schemas.microsoft.com/office/drawing/2014/main" id="{5A5D6122-4C9C-4E4A-BE24-B1F251CB9518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 flipH="1">
              <a:off x="6111082" y="7065169"/>
              <a:ext cx="20320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Rechteck 68">
            <a:extLst>
              <a:ext uri="{FF2B5EF4-FFF2-40B4-BE49-F238E27FC236}">
                <a16:creationId xmlns:a16="http://schemas.microsoft.com/office/drawing/2014/main" id="{D0BF7607-8948-4FA0-82BB-AE865AB38AC6}"/>
              </a:ext>
            </a:extLst>
          </p:cNvPr>
          <p:cNvSpPr>
            <a:spLocks/>
          </p:cNvSpPr>
          <p:nvPr userDrawn="1"/>
        </p:nvSpPr>
        <p:spPr>
          <a:xfrm rot="5400000">
            <a:off x="4032001" y="2450381"/>
            <a:ext cx="68397" cy="813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eaLnBrk="1"/>
            <a:endParaRPr lang="en-GB" noProof="0"/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FAA8DFCF-0390-4A57-9774-0B10EE42255A}"/>
              </a:ext>
            </a:extLst>
          </p:cNvPr>
          <p:cNvSpPr>
            <a:spLocks/>
          </p:cNvSpPr>
          <p:nvPr userDrawn="1"/>
        </p:nvSpPr>
        <p:spPr>
          <a:xfrm rot="5400000">
            <a:off x="10164599" y="4518581"/>
            <a:ext cx="68400" cy="399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eaLnBrk="1"/>
            <a:endParaRPr lang="en-GB" noProof="0"/>
          </a:p>
        </p:txBody>
      </p:sp>
      <p:pic>
        <p:nvPicPr>
          <p:cNvPr id="9" name="Grafik 8" descr="Ein Bild, das Schrift, Grafiken, Screenshot, Grafikdesign enthält.  KI-generierte Inhalte können fehlerhaft sein.">
            <a:extLst>
              <a:ext uri="{FF2B5EF4-FFF2-40B4-BE49-F238E27FC236}">
                <a16:creationId xmlns:a16="http://schemas.microsoft.com/office/drawing/2014/main" id="{371ED9CD-BA90-7DE5-1AFB-DA89C2D31CDC}"/>
              </a:ext>
            </a:extLst>
          </p:cNvPr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628" y="259012"/>
            <a:ext cx="894798" cy="380513"/>
          </a:xfrm>
          <a:prstGeom prst="rect">
            <a:avLst/>
          </a:prstGeom>
        </p:spPr>
      </p:pic>
    </p:spTree>
    <p:custDataLst>
      <p:tags r:id="rId27"/>
    </p:custDataLst>
    <p:extLst>
      <p:ext uri="{BB962C8B-B14F-4D97-AF65-F5344CB8AC3E}">
        <p14:creationId xmlns:p14="http://schemas.microsoft.com/office/powerpoint/2010/main" val="329039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97" r:id="rId3"/>
    <p:sldLayoutId id="2147483779" r:id="rId4"/>
    <p:sldLayoutId id="2147483780" r:id="rId5"/>
    <p:sldLayoutId id="2147483781" r:id="rId6"/>
    <p:sldLayoutId id="2147483782" r:id="rId7"/>
    <p:sldLayoutId id="2147483803" r:id="rId8"/>
    <p:sldLayoutId id="2147483795" r:id="rId9"/>
    <p:sldLayoutId id="2147483784" r:id="rId10"/>
    <p:sldLayoutId id="2147483805" r:id="rId11"/>
    <p:sldLayoutId id="2147483785" r:id="rId12"/>
    <p:sldLayoutId id="2147483806" r:id="rId13"/>
    <p:sldLayoutId id="2147483786" r:id="rId14"/>
    <p:sldLayoutId id="2147483794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6" r:id="rId22"/>
    <p:sldLayoutId id="2147483799" r:id="rId23"/>
    <p:sldLayoutId id="2147483807" r:id="rId24"/>
    <p:sldLayoutId id="2147483808" r:id="rId25"/>
  </p:sldLayoutIdLst>
  <p:hf sldNum="0" hdr="0"/>
  <p:txStyles>
    <p:titleStyle>
      <a:lvl1pPr algn="l" defTabSz="914400" rtl="0" eaLnBrk="1" latinLnBrk="0" hangingPunct="1">
        <a:spcBef>
          <a:spcPct val="0"/>
        </a:spcBef>
        <a:buNone/>
        <a:defRPr sz="3200" b="0" kern="1200" cap="none" baseline="0">
          <a:solidFill>
            <a:schemeClr val="tx1"/>
          </a:solidFill>
          <a:latin typeface="Inter Black" panose="02000503000000020004" pitchFamily="2" charset="0"/>
          <a:ea typeface="Inter Black" panose="02000503000000020004" pitchFamily="2" charset="0"/>
          <a:cs typeface="+mj-cs"/>
        </a:defRPr>
      </a:lvl1pPr>
    </p:titleStyle>
    <p:bodyStyle>
      <a:lvl1pPr marL="180975" indent="-180975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" panose="05000000000000000000" pitchFamily="2" charset="2"/>
        <a:buChar char="§"/>
        <a:defRPr lang="en-US" sz="1800" kern="1200" dirty="0" smtClean="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1pPr>
      <a:lvl2pPr marL="180975" indent="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" panose="05000000000000000000" pitchFamily="2" charset="2"/>
        <a:buNone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539750" indent="-180975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3pPr>
      <a:lvl4pPr marL="717550" indent="-1778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" panose="05000000000000000000" pitchFamily="2" charset="2"/>
        <a:buChar char="§"/>
        <a:tabLst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4pPr>
      <a:lvl5pPr marL="898525" indent="-180975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5pPr>
      <a:lvl6pPr marL="1346200" indent="-250825" algn="l" defTabSz="914400" rtl="0" eaLnBrk="1" latinLnBrk="0" hangingPunct="1">
        <a:spcBef>
          <a:spcPts val="500"/>
        </a:spcBef>
        <a:buClr>
          <a:schemeClr val="accent5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1614488" indent="-252413" algn="l" defTabSz="914400" rtl="0" eaLnBrk="1" latinLnBrk="0" hangingPunct="1">
        <a:spcBef>
          <a:spcPts val="500"/>
        </a:spcBef>
        <a:buClr>
          <a:schemeClr val="accent5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35" userDrawn="1">
          <p15:clr>
            <a:srgbClr val="F26B43"/>
          </p15:clr>
        </p15:guide>
        <p15:guide id="2" pos="349" userDrawn="1">
          <p15:clr>
            <a:srgbClr val="F26B43"/>
          </p15:clr>
        </p15:guide>
        <p15:guide id="3" pos="7335" userDrawn="1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orient="horz" pos="30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5.emf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52.x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1806D-96CA-EF2C-C891-4967889CD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1C86D9C-1BFF-8BC5-55B3-81E206DDC39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4" progId="TCLayout.ActiveDocument.1">
                  <p:embed/>
                </p:oleObj>
              </mc:Choice>
              <mc:Fallback>
                <p:oleObj name="think-cell Folie" r:id="rId3" imgW="425" imgH="42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C86D9C-1BFF-8BC5-55B3-81E206DDC3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5549733-C7F4-F63C-FDA3-968A207E5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4038" y="3927884"/>
            <a:ext cx="6140676" cy="492443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07A81AF-E2CA-4013-66EE-130B1DFF09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4038" y="5557305"/>
            <a:ext cx="5693569" cy="215444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47979E-FEA2-1F5A-D9B5-FB95EB6F0B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endParaRPr lang="de-DE" dirty="0"/>
          </a:p>
        </p:txBody>
      </p:sp>
      <p:pic>
        <p:nvPicPr>
          <p:cNvPr id="30" name="Grafik 29" descr="Ein Bild, das Schrift, Grafiken, Screenshot, Grafikdesign enthält.  KI-generierte Inhalte können fehlerhaft sein.">
            <a:extLst>
              <a:ext uri="{FF2B5EF4-FFF2-40B4-BE49-F238E27FC236}">
                <a16:creationId xmlns:a16="http://schemas.microsoft.com/office/drawing/2014/main" id="{7DF3EDE9-6CC9-238F-9842-6EF2D3F813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858" y="113806"/>
            <a:ext cx="1196912" cy="508987"/>
          </a:xfrm>
          <a:prstGeom prst="rect">
            <a:avLst/>
          </a:prstGeom>
        </p:spPr>
      </p:pic>
      <p:pic>
        <p:nvPicPr>
          <p:cNvPr id="3" name="Grafik 2" descr="Ein Bild, das Schrift, Grafiken, Screenshot, Grafikdesign enthält.  KI-generierte Inhalte können fehlerhaft sein.">
            <a:extLst>
              <a:ext uri="{FF2B5EF4-FFF2-40B4-BE49-F238E27FC236}">
                <a16:creationId xmlns:a16="http://schemas.microsoft.com/office/drawing/2014/main" id="{9E4B7311-661B-C31D-1A81-0CEB4F1713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258" y="266206"/>
            <a:ext cx="1196912" cy="508987"/>
          </a:xfrm>
          <a:prstGeom prst="rect">
            <a:avLst/>
          </a:prstGeom>
        </p:spPr>
      </p:pic>
      <p:pic>
        <p:nvPicPr>
          <p:cNvPr id="9" name="Bildplatzhalter 37" descr="Ein Bild, das Kleidung, Wand, Person, Menschliches Gesicht enthält.  KI-generierte Inhalte können fehlerhaft sein.">
            <a:extLst>
              <a:ext uri="{FF2B5EF4-FFF2-40B4-BE49-F238E27FC236}">
                <a16:creationId xmlns:a16="http://schemas.microsoft.com/office/drawing/2014/main" id="{FA3FC7AE-ED7C-6F99-36EE-687B3EF7947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35" b="30225"/>
          <a:stretch/>
        </p:blipFill>
        <p:spPr>
          <a:xfrm>
            <a:off x="0" y="0"/>
            <a:ext cx="12198350" cy="4030663"/>
          </a:xfrm>
        </p:spPr>
      </p:pic>
      <p:pic>
        <p:nvPicPr>
          <p:cNvPr id="14" name="Grafik 13" descr="Ein Bild, das Schrift, Grafiken, Screenshot, Grafikdesign enthält.  KI-generierte Inhalte können fehlerhaft sein.">
            <a:extLst>
              <a:ext uri="{FF2B5EF4-FFF2-40B4-BE49-F238E27FC236}">
                <a16:creationId xmlns:a16="http://schemas.microsoft.com/office/drawing/2014/main" id="{BE83FA70-0BD4-761D-BB44-98A47AA236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628" y="259012"/>
            <a:ext cx="894798" cy="38051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AC970A8-E1C1-1A51-C3CF-83C0E10136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69195">
            <a:off x="9790713" y="5534202"/>
            <a:ext cx="2497827" cy="62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21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2690A1C7-A96C-652F-217A-8D1512128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A2DD966-6E53-2541-FC77-5124F8083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F741AE5-0E98-E7A1-A529-462B0F54D9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3119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1EA9DC0-3F5A-2E39-E49A-8BCFF07B0FA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24721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4" progId="TCLayout.ActiveDocument.1">
                  <p:embed/>
                </p:oleObj>
              </mc:Choice>
              <mc:Fallback>
                <p:oleObj name="think-cell Folie" r:id="rId3" imgW="425" imgH="42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EA9DC0-3F5A-2E39-E49A-8BCFF07B0F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339FA9-C18A-CA61-F914-1427F1872C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596BA1-9659-4247-FEBD-AED3EC649D1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1087100" y="6643688"/>
            <a:ext cx="1111250" cy="122237"/>
          </a:xfrm>
        </p:spPr>
        <p:txBody>
          <a:bodyPr/>
          <a:lstStyle/>
          <a:p>
            <a:fld id="{8174B7CE-3B87-484F-AA71-53764FD9A88A}" type="datetime1">
              <a:rPr lang="en-GB" smtClean="0"/>
              <a:t>30/06/2026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2431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SLIDE_COUNT" val="6"/>
  <p:tag name="ARTICULATE_PROJECT_OPEN" val="0"/>
  <p:tag name="THINKCELLPRESENTATIONDONOTDELETE" val="&lt;?xml version=&quot;1.0&quot; encoding=&quot;UTF-16&quot; standalone=&quot;yes&quot;?&gt;&lt;root reqver=&quot;27037&quot;&gt;&lt;version val=&quot;3300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&quot;&gt;&lt;elem m_fUsage=&quot;1.00000000000000000000E+00&quot;&gt;&lt;m_msothmcolidx val=&quot;0&quot;/&gt;&lt;m_rgb r=&quot;92&quot; g=&quot;D0&quot; b=&quot;5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emplate_changeXperten_16x9">
  <a:themeElements>
    <a:clrScheme name="Benutzerdefiniert 8">
      <a:dk1>
        <a:srgbClr val="101828"/>
      </a:dk1>
      <a:lt1>
        <a:sysClr val="window" lastClr="FFFFFF"/>
      </a:lt1>
      <a:dk2>
        <a:srgbClr val="14152A"/>
      </a:dk2>
      <a:lt2>
        <a:srgbClr val="DADADA"/>
      </a:lt2>
      <a:accent1>
        <a:srgbClr val="2C57F3"/>
      </a:accent1>
      <a:accent2>
        <a:srgbClr val="FAFAFB"/>
      </a:accent2>
      <a:accent3>
        <a:srgbClr val="79FD41"/>
      </a:accent3>
      <a:accent4>
        <a:srgbClr val="E93323"/>
      </a:accent4>
      <a:accent5>
        <a:srgbClr val="7F7F7F"/>
      </a:accent5>
      <a:accent6>
        <a:srgbClr val="6B8AFD"/>
      </a:accent6>
      <a:hlink>
        <a:srgbClr val="2C57F3"/>
      </a:hlink>
      <a:folHlink>
        <a:srgbClr val="E3000F"/>
      </a:folHlink>
    </a:clrScheme>
    <a:fontScheme name="Benutzerdefiniert 1">
      <a:majorFont>
        <a:latin typeface="Inter Black"/>
        <a:ea typeface=""/>
        <a:cs typeface=""/>
      </a:majorFont>
      <a:minorFont>
        <a:latin typeface="Inter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marL="171450" indent="-171450" algn="l">
          <a:buClr>
            <a:schemeClr val="accent6"/>
          </a:buClr>
          <a:buFont typeface="Wingdings" panose="05000000000000000000" pitchFamily="2" charset="2"/>
          <a:buChar char="§"/>
          <a:defRPr sz="10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custClrLst>
    <a:custClr name="tesa Blue">
      <a:srgbClr val="009FDF"/>
    </a:custClr>
    <a:custClr name="tesa Red">
      <a:srgbClr val="E3000F"/>
    </a:custClr>
    <a:custClr name="tesa Dark Blue">
      <a:srgbClr val="01377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dditional Gray 1">
      <a:srgbClr val="5E5E5E"/>
    </a:custClr>
    <a:custClr name="Additional Gray 2">
      <a:srgbClr val="8F8F8F"/>
    </a:custClr>
    <a:custClr name="Additional Gray 3">
      <a:srgbClr val="B8B8B8"/>
    </a:custClr>
    <a:custClr name="Additional Gray 4">
      <a:srgbClr val="DADAD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dditional Blue 1">
      <a:srgbClr val="42647B"/>
    </a:custClr>
    <a:custClr name="Additional Blue 2">
      <a:srgbClr val="87B4D8"/>
    </a:custClr>
    <a:custClr name="Additional Blue 3">
      <a:srgbClr val="B2CDE6"/>
    </a:custClr>
    <a:custClr name="Additional Blue 4">
      <a:srgbClr val="DFF2F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Dark Red">
      <a:srgbClr val="96000A"/>
    </a:custClr>
    <a:custClr name="Green">
      <a:srgbClr val="64A33C"/>
    </a:custClr>
    <a:custClr name="Yellow">
      <a:srgbClr val="FFD733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PPT_Master_changeXperten" id="{10972AAF-E53B-420D-A316-D91318A2D20B}" vid="{DC3E823C-94FC-4B5A-BE27-61871D508FD8}"/>
    </a:ext>
  </a:extLst>
</a:theme>
</file>

<file path=ppt/theme/theme2.xml><?xml version="1.0" encoding="utf-8"?>
<a:theme xmlns:a="http://schemas.openxmlformats.org/drawingml/2006/main" name="Larissa">
  <a:themeElements>
    <a:clrScheme name="tesa">
      <a:dk1>
        <a:srgbClr val="101828"/>
      </a:dk1>
      <a:lt1>
        <a:sysClr val="window" lastClr="FFFFFF"/>
      </a:lt1>
      <a:dk2>
        <a:srgbClr val="101828"/>
      </a:dk2>
      <a:lt2>
        <a:srgbClr val="DADADA"/>
      </a:lt2>
      <a:accent1>
        <a:srgbClr val="0F377F"/>
      </a:accent1>
      <a:accent2>
        <a:srgbClr val="B2CDE6"/>
      </a:accent2>
      <a:accent3>
        <a:srgbClr val="87B4D8"/>
      </a:accent3>
      <a:accent4>
        <a:srgbClr val="DFF2FD"/>
      </a:accent4>
      <a:accent5>
        <a:srgbClr val="009FDF"/>
      </a:accent5>
      <a:accent6>
        <a:srgbClr val="E3000F"/>
      </a:accent6>
      <a:hlink>
        <a:srgbClr val="009FDF"/>
      </a:hlink>
      <a:folHlink>
        <a:srgbClr val="E3000F"/>
      </a:folHlink>
    </a:clrScheme>
    <a:fontScheme name="tesa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tesa">
      <a:dk1>
        <a:srgbClr val="101828"/>
      </a:dk1>
      <a:lt1>
        <a:sysClr val="window" lastClr="FFFFFF"/>
      </a:lt1>
      <a:dk2>
        <a:srgbClr val="101828"/>
      </a:dk2>
      <a:lt2>
        <a:srgbClr val="DADADA"/>
      </a:lt2>
      <a:accent1>
        <a:srgbClr val="0F377F"/>
      </a:accent1>
      <a:accent2>
        <a:srgbClr val="B2CDE6"/>
      </a:accent2>
      <a:accent3>
        <a:srgbClr val="87B4D8"/>
      </a:accent3>
      <a:accent4>
        <a:srgbClr val="DFF2FD"/>
      </a:accent4>
      <a:accent5>
        <a:srgbClr val="009FDF"/>
      </a:accent5>
      <a:accent6>
        <a:srgbClr val="E3000F"/>
      </a:accent6>
      <a:hlink>
        <a:srgbClr val="009FDF"/>
      </a:hlink>
      <a:folHlink>
        <a:srgbClr val="E3000F"/>
      </a:folHlink>
    </a:clrScheme>
    <a:fontScheme name="tesa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42DB458135B574CA81E00C3B5713740" ma:contentTypeVersion="13" ma:contentTypeDescription="Ein neues Dokument erstellen." ma:contentTypeScope="" ma:versionID="0a5978337fb0b5c3a8661cc18e0a9a91">
  <xsd:schema xmlns:xsd="http://www.w3.org/2001/XMLSchema" xmlns:xs="http://www.w3.org/2001/XMLSchema" xmlns:p="http://schemas.microsoft.com/office/2006/metadata/properties" xmlns:ns2="019b2fbc-90ac-47e3-aadc-d7f98b2f0803" xmlns:ns3="516e49b5-25c6-4f25-8f0b-1be4785d71b9" targetNamespace="http://schemas.microsoft.com/office/2006/metadata/properties" ma:root="true" ma:fieldsID="2679b02c3ea268348ddaf6fe25988b59" ns2:_="" ns3:_="">
    <xsd:import namespace="019b2fbc-90ac-47e3-aadc-d7f98b2f0803"/>
    <xsd:import namespace="516e49b5-25c6-4f25-8f0b-1be4785d71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9b2fbc-90ac-47e3-aadc-d7f98b2f08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db3a319-fb12-4922-a323-fe2e887804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6e49b5-25c6-4f25-8f0b-1be4785d71b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b7a1ccc-62a5-492d-a603-605684ef37ce}" ma:internalName="TaxCatchAll" ma:showField="CatchAllData" ma:web="516e49b5-25c6-4f25-8f0b-1be4785d71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16e49b5-25c6-4f25-8f0b-1be4785d71b9" xsi:nil="true"/>
    <lcf76f155ced4ddcb4097134ff3c332f xmlns="019b2fbc-90ac-47e3-aadc-d7f98b2f080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AD817C9-FF5D-489C-8F9C-0E1906ABE7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9b2fbc-90ac-47e3-aadc-d7f98b2f0803"/>
    <ds:schemaRef ds:uri="516e49b5-25c6-4f25-8f0b-1be4785d71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8080F8-85AE-46FF-A40B-CC0F955715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EB14D4-E5AD-46D1-B35C-257C42F90B53}">
  <ds:schemaRefs>
    <ds:schemaRef ds:uri="http://schemas.microsoft.com/office/2006/metadata/properties"/>
    <ds:schemaRef ds:uri="http://schemas.microsoft.com/office/infopath/2007/PartnerControls"/>
    <ds:schemaRef ds:uri="516e49b5-25c6-4f25-8f0b-1be4785d71b9"/>
    <ds:schemaRef ds:uri="019b2fbc-90ac-47e3-aadc-d7f98b2f080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PPT_Master_changeXperten</Template>
  <TotalTime>0</TotalTime>
  <Words>2</Words>
  <Application>Microsoft Office PowerPoint</Application>
  <PresentationFormat>Benutzerdefiniert</PresentationFormat>
  <Paragraphs>2</Paragraphs>
  <Slides>3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12" baseType="lpstr">
      <vt:lpstr>Arial</vt:lpstr>
      <vt:lpstr>Averta PE</vt:lpstr>
      <vt:lpstr>Averta PE Extrabold</vt:lpstr>
      <vt:lpstr>Averta PE Semibold</vt:lpstr>
      <vt:lpstr>Inter</vt:lpstr>
      <vt:lpstr>Inter Black</vt:lpstr>
      <vt:lpstr>Wingdings</vt:lpstr>
      <vt:lpstr>1_Template_changeXperten_16x9</vt:lpstr>
      <vt:lpstr>think-cell Folie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Christoph Gredel</dc:creator>
  <cp:lastModifiedBy>Christoph Gredel</cp:lastModifiedBy>
  <cp:revision>2</cp:revision>
  <dcterms:created xsi:type="dcterms:W3CDTF">2025-04-23T14:23:33Z</dcterms:created>
  <dcterms:modified xsi:type="dcterms:W3CDTF">2026-06-30T19:58:10Z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0x010100C42DB458135B574CA81E00C3B5713740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MediaServiceImageTags">
    <vt:lpwstr/>
  </property>
</Properties>
</file>